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2"/>
  </p:notesMasterIdLst>
  <p:sldIdLst>
    <p:sldId id="256" r:id="rId2"/>
    <p:sldId id="297" r:id="rId3"/>
    <p:sldId id="258" r:id="rId4"/>
    <p:sldId id="260" r:id="rId5"/>
    <p:sldId id="259" r:id="rId6"/>
    <p:sldId id="303" r:id="rId7"/>
    <p:sldId id="298" r:id="rId8"/>
    <p:sldId id="261" r:id="rId9"/>
    <p:sldId id="304" r:id="rId10"/>
    <p:sldId id="299" r:id="rId11"/>
    <p:sldId id="262" r:id="rId12"/>
    <p:sldId id="305" r:id="rId13"/>
    <p:sldId id="300" r:id="rId14"/>
    <p:sldId id="257" r:id="rId15"/>
    <p:sldId id="301" r:id="rId16"/>
    <p:sldId id="265" r:id="rId17"/>
    <p:sldId id="302" r:id="rId18"/>
    <p:sldId id="263" r:id="rId19"/>
    <p:sldId id="267" r:id="rId20"/>
    <p:sldId id="266" r:id="rId21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A1FCB2-F26D-4FCB-AA37-8A07D9709E5A}">
  <a:tblStyle styleId="{79A1FCB2-F26D-4FCB-AA37-8A07D9709E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C913697-5E65-4DF8-A137-6BB230293C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75" autoAdjust="0"/>
    <p:restoredTop sz="94660"/>
  </p:normalViewPr>
  <p:slideViewPr>
    <p:cSldViewPr snapToGrid="0">
      <p:cViewPr>
        <p:scale>
          <a:sx n="75" d="100"/>
          <a:sy n="75" d="100"/>
        </p:scale>
        <p:origin x="-10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466776-5539-4789-93B1-19D01C88C113}" type="doc">
      <dgm:prSet loTypeId="urn:microsoft.com/office/officeart/2005/8/layout/orgChart1" loCatId="hierarchy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B758FFCB-C963-4422-AFE7-9618DF9C3DC7}">
      <dgm:prSet/>
      <dgm:spPr/>
      <dgm:t>
        <a:bodyPr/>
        <a:lstStyle/>
        <a:p>
          <a:r>
            <a:rPr lang="en-US" b="1" i="0"/>
            <a:t>01</a:t>
          </a:r>
          <a:endParaRPr lang="en-US"/>
        </a:p>
      </dgm:t>
    </dgm:pt>
    <dgm:pt modelId="{DCA868F9-F17F-4B79-9D93-AC829956DC6E}" type="parTrans" cxnId="{759F1299-EABD-4BF2-8C08-9A142134227C}">
      <dgm:prSet/>
      <dgm:spPr/>
      <dgm:t>
        <a:bodyPr/>
        <a:lstStyle/>
        <a:p>
          <a:endParaRPr lang="en-US"/>
        </a:p>
      </dgm:t>
    </dgm:pt>
    <dgm:pt modelId="{1328A9DE-A254-4CF1-A4B4-4029A4941925}" type="sibTrans" cxnId="{759F1299-EABD-4BF2-8C08-9A142134227C}">
      <dgm:prSet/>
      <dgm:spPr/>
      <dgm:t>
        <a:bodyPr/>
        <a:lstStyle/>
        <a:p>
          <a:endParaRPr lang="en-US"/>
        </a:p>
      </dgm:t>
    </dgm:pt>
    <dgm:pt modelId="{B511FB1E-6324-4CA3-AB68-8FD0B9F6AD57}" type="pres">
      <dgm:prSet presAssocID="{83466776-5539-4789-93B1-19D01C88C11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86E69F6-F64B-4C78-AE9E-719FAE5C7E24}" type="pres">
      <dgm:prSet presAssocID="{B758FFCB-C963-4422-AFE7-9618DF9C3DC7}" presName="hierRoot1" presStyleCnt="0">
        <dgm:presLayoutVars>
          <dgm:hierBranch val="init"/>
        </dgm:presLayoutVars>
      </dgm:prSet>
      <dgm:spPr/>
    </dgm:pt>
    <dgm:pt modelId="{026E91F3-39C0-4D69-809D-04A9173CB3AB}" type="pres">
      <dgm:prSet presAssocID="{B758FFCB-C963-4422-AFE7-9618DF9C3DC7}" presName="rootComposite1" presStyleCnt="0"/>
      <dgm:spPr/>
    </dgm:pt>
    <dgm:pt modelId="{1E647608-35DE-4932-B1B5-C0242AC4D014}" type="pres">
      <dgm:prSet presAssocID="{B758FFCB-C963-4422-AFE7-9618DF9C3DC7}" presName="rootText1" presStyleLbl="node0" presStyleIdx="0" presStyleCnt="1">
        <dgm:presLayoutVars>
          <dgm:chPref val="3"/>
        </dgm:presLayoutVars>
      </dgm:prSet>
      <dgm:spPr/>
    </dgm:pt>
    <dgm:pt modelId="{48CA2304-DAF6-4830-9E5A-86F8031AB360}" type="pres">
      <dgm:prSet presAssocID="{B758FFCB-C963-4422-AFE7-9618DF9C3DC7}" presName="rootConnector1" presStyleLbl="node1" presStyleIdx="0" presStyleCnt="0"/>
      <dgm:spPr/>
    </dgm:pt>
    <dgm:pt modelId="{A52B1628-013C-41EB-B2D8-FABD9F38DAD3}" type="pres">
      <dgm:prSet presAssocID="{B758FFCB-C963-4422-AFE7-9618DF9C3DC7}" presName="hierChild2" presStyleCnt="0"/>
      <dgm:spPr/>
    </dgm:pt>
    <dgm:pt modelId="{946538B8-6002-4226-927C-459452895C79}" type="pres">
      <dgm:prSet presAssocID="{B758FFCB-C963-4422-AFE7-9618DF9C3DC7}" presName="hierChild3" presStyleCnt="0"/>
      <dgm:spPr/>
    </dgm:pt>
  </dgm:ptLst>
  <dgm:cxnLst>
    <dgm:cxn modelId="{759F1299-EABD-4BF2-8C08-9A142134227C}" srcId="{83466776-5539-4789-93B1-19D01C88C113}" destId="{B758FFCB-C963-4422-AFE7-9618DF9C3DC7}" srcOrd="0" destOrd="0" parTransId="{DCA868F9-F17F-4B79-9D93-AC829956DC6E}" sibTransId="{1328A9DE-A254-4CF1-A4B4-4029A4941925}"/>
    <dgm:cxn modelId="{3E68EDC3-D98E-4F8B-92E9-84CD1B82C942}" type="presOf" srcId="{B758FFCB-C963-4422-AFE7-9618DF9C3DC7}" destId="{1E647608-35DE-4932-B1B5-C0242AC4D014}" srcOrd="0" destOrd="0" presId="urn:microsoft.com/office/officeart/2005/8/layout/orgChart1"/>
    <dgm:cxn modelId="{332102E2-C939-4725-8498-EE5FA33EF363}" type="presOf" srcId="{B758FFCB-C963-4422-AFE7-9618DF9C3DC7}" destId="{48CA2304-DAF6-4830-9E5A-86F8031AB360}" srcOrd="1" destOrd="0" presId="urn:microsoft.com/office/officeart/2005/8/layout/orgChart1"/>
    <dgm:cxn modelId="{9FDAF0F3-9B51-4C3D-A17E-485C2F231B90}" type="presOf" srcId="{83466776-5539-4789-93B1-19D01C88C113}" destId="{B511FB1E-6324-4CA3-AB68-8FD0B9F6AD57}" srcOrd="0" destOrd="0" presId="urn:microsoft.com/office/officeart/2005/8/layout/orgChart1"/>
    <dgm:cxn modelId="{0890A73D-1CE9-4017-92B0-721A4EE63469}" type="presParOf" srcId="{B511FB1E-6324-4CA3-AB68-8FD0B9F6AD57}" destId="{B86E69F6-F64B-4C78-AE9E-719FAE5C7E24}" srcOrd="0" destOrd="0" presId="urn:microsoft.com/office/officeart/2005/8/layout/orgChart1"/>
    <dgm:cxn modelId="{FB10A9E3-3F77-44CA-BFFF-C0484F473147}" type="presParOf" srcId="{B86E69F6-F64B-4C78-AE9E-719FAE5C7E24}" destId="{026E91F3-39C0-4D69-809D-04A9173CB3AB}" srcOrd="0" destOrd="0" presId="urn:microsoft.com/office/officeart/2005/8/layout/orgChart1"/>
    <dgm:cxn modelId="{1AC78799-2B3B-4BCD-9735-1AEE0E5E1D72}" type="presParOf" srcId="{026E91F3-39C0-4D69-809D-04A9173CB3AB}" destId="{1E647608-35DE-4932-B1B5-C0242AC4D014}" srcOrd="0" destOrd="0" presId="urn:microsoft.com/office/officeart/2005/8/layout/orgChart1"/>
    <dgm:cxn modelId="{C5CB2E63-940C-4A05-9BE6-894A71C35CCD}" type="presParOf" srcId="{026E91F3-39C0-4D69-809D-04A9173CB3AB}" destId="{48CA2304-DAF6-4830-9E5A-86F8031AB360}" srcOrd="1" destOrd="0" presId="urn:microsoft.com/office/officeart/2005/8/layout/orgChart1"/>
    <dgm:cxn modelId="{84543946-C5AB-4052-8EB9-A15998774EAD}" type="presParOf" srcId="{B86E69F6-F64B-4C78-AE9E-719FAE5C7E24}" destId="{A52B1628-013C-41EB-B2D8-FABD9F38DAD3}" srcOrd="1" destOrd="0" presId="urn:microsoft.com/office/officeart/2005/8/layout/orgChart1"/>
    <dgm:cxn modelId="{4CAA4585-486A-429D-A663-CE042BDACD11}" type="presParOf" srcId="{B86E69F6-F64B-4C78-AE9E-719FAE5C7E24}" destId="{946538B8-6002-4226-927C-459452895C7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11F1D2-6859-445C-8F35-AD38A51AA171}" type="doc">
      <dgm:prSet loTypeId="urn:microsoft.com/office/officeart/2005/8/layout/orgChart1" loCatId="hierarchy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675761C4-D263-46C7-AC1D-1011711E37C5}">
      <dgm:prSet/>
      <dgm:spPr/>
      <dgm:t>
        <a:bodyPr/>
        <a:lstStyle/>
        <a:p>
          <a:r>
            <a:rPr lang="en-US" b="1" i="0"/>
            <a:t>04</a:t>
          </a:r>
          <a:endParaRPr lang="en-US"/>
        </a:p>
      </dgm:t>
    </dgm:pt>
    <dgm:pt modelId="{C27DF209-70B9-40F7-8339-3C06864C2182}" type="parTrans" cxnId="{6E191751-5387-48A7-A4C6-BE55E5EB37EC}">
      <dgm:prSet/>
      <dgm:spPr/>
      <dgm:t>
        <a:bodyPr/>
        <a:lstStyle/>
        <a:p>
          <a:endParaRPr lang="en-US"/>
        </a:p>
      </dgm:t>
    </dgm:pt>
    <dgm:pt modelId="{E480AFC0-7195-45C6-8241-B2FB69DCC9F1}" type="sibTrans" cxnId="{6E191751-5387-48A7-A4C6-BE55E5EB37EC}">
      <dgm:prSet/>
      <dgm:spPr/>
      <dgm:t>
        <a:bodyPr/>
        <a:lstStyle/>
        <a:p>
          <a:endParaRPr lang="en-US"/>
        </a:p>
      </dgm:t>
    </dgm:pt>
    <dgm:pt modelId="{3AB40BDD-62E1-4952-BEF4-F0D6409F88DC}" type="pres">
      <dgm:prSet presAssocID="{CC11F1D2-6859-445C-8F35-AD38A51AA1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288D4AF-F130-4389-A505-57D85EF3E634}" type="pres">
      <dgm:prSet presAssocID="{675761C4-D263-46C7-AC1D-1011711E37C5}" presName="hierRoot1" presStyleCnt="0">
        <dgm:presLayoutVars>
          <dgm:hierBranch val="init"/>
        </dgm:presLayoutVars>
      </dgm:prSet>
      <dgm:spPr/>
    </dgm:pt>
    <dgm:pt modelId="{ADC7DFBE-8E6D-4736-B926-23F6ACAF5841}" type="pres">
      <dgm:prSet presAssocID="{675761C4-D263-46C7-AC1D-1011711E37C5}" presName="rootComposite1" presStyleCnt="0"/>
      <dgm:spPr/>
    </dgm:pt>
    <dgm:pt modelId="{19CA5E4B-F2E9-4940-A685-27ABE5084B3B}" type="pres">
      <dgm:prSet presAssocID="{675761C4-D263-46C7-AC1D-1011711E37C5}" presName="rootText1" presStyleLbl="node0" presStyleIdx="0" presStyleCnt="1">
        <dgm:presLayoutVars>
          <dgm:chPref val="3"/>
        </dgm:presLayoutVars>
      </dgm:prSet>
      <dgm:spPr/>
    </dgm:pt>
    <dgm:pt modelId="{D22D766D-AE5B-4CA3-823B-C8D4F960C9F0}" type="pres">
      <dgm:prSet presAssocID="{675761C4-D263-46C7-AC1D-1011711E37C5}" presName="rootConnector1" presStyleLbl="node1" presStyleIdx="0" presStyleCnt="0"/>
      <dgm:spPr/>
    </dgm:pt>
    <dgm:pt modelId="{3FBDBCF8-E497-49F3-B73E-1807AC758A8B}" type="pres">
      <dgm:prSet presAssocID="{675761C4-D263-46C7-AC1D-1011711E37C5}" presName="hierChild2" presStyleCnt="0"/>
      <dgm:spPr/>
    </dgm:pt>
    <dgm:pt modelId="{B9DCF3B3-E27E-4B2F-A3BE-78D39869F28F}" type="pres">
      <dgm:prSet presAssocID="{675761C4-D263-46C7-AC1D-1011711E37C5}" presName="hierChild3" presStyleCnt="0"/>
      <dgm:spPr/>
    </dgm:pt>
  </dgm:ptLst>
  <dgm:cxnLst>
    <dgm:cxn modelId="{A15C3732-DAE7-448A-8879-D1B5B1DF0A48}" type="presOf" srcId="{675761C4-D263-46C7-AC1D-1011711E37C5}" destId="{19CA5E4B-F2E9-4940-A685-27ABE5084B3B}" srcOrd="0" destOrd="0" presId="urn:microsoft.com/office/officeart/2005/8/layout/orgChart1"/>
    <dgm:cxn modelId="{6E191751-5387-48A7-A4C6-BE55E5EB37EC}" srcId="{CC11F1D2-6859-445C-8F35-AD38A51AA171}" destId="{675761C4-D263-46C7-AC1D-1011711E37C5}" srcOrd="0" destOrd="0" parTransId="{C27DF209-70B9-40F7-8339-3C06864C2182}" sibTransId="{E480AFC0-7195-45C6-8241-B2FB69DCC9F1}"/>
    <dgm:cxn modelId="{1C19097B-ADFC-4EE7-A9A4-1E647112E1ED}" type="presOf" srcId="{675761C4-D263-46C7-AC1D-1011711E37C5}" destId="{D22D766D-AE5B-4CA3-823B-C8D4F960C9F0}" srcOrd="1" destOrd="0" presId="urn:microsoft.com/office/officeart/2005/8/layout/orgChart1"/>
    <dgm:cxn modelId="{F0F0BFE0-5807-4546-90C8-98F527E69E55}" type="presOf" srcId="{CC11F1D2-6859-445C-8F35-AD38A51AA171}" destId="{3AB40BDD-62E1-4952-BEF4-F0D6409F88DC}" srcOrd="0" destOrd="0" presId="urn:microsoft.com/office/officeart/2005/8/layout/orgChart1"/>
    <dgm:cxn modelId="{0A942438-C994-44DE-A377-75125B952580}" type="presParOf" srcId="{3AB40BDD-62E1-4952-BEF4-F0D6409F88DC}" destId="{5288D4AF-F130-4389-A505-57D85EF3E634}" srcOrd="0" destOrd="0" presId="urn:microsoft.com/office/officeart/2005/8/layout/orgChart1"/>
    <dgm:cxn modelId="{DDC4E369-9376-49D3-9FC8-68391756E5A9}" type="presParOf" srcId="{5288D4AF-F130-4389-A505-57D85EF3E634}" destId="{ADC7DFBE-8E6D-4736-B926-23F6ACAF5841}" srcOrd="0" destOrd="0" presId="urn:microsoft.com/office/officeart/2005/8/layout/orgChart1"/>
    <dgm:cxn modelId="{6C6B4DC8-DBC8-4F87-A512-67D0CF666BAA}" type="presParOf" srcId="{ADC7DFBE-8E6D-4736-B926-23F6ACAF5841}" destId="{19CA5E4B-F2E9-4940-A685-27ABE5084B3B}" srcOrd="0" destOrd="0" presId="urn:microsoft.com/office/officeart/2005/8/layout/orgChart1"/>
    <dgm:cxn modelId="{E6E46F94-DA8F-465B-8589-5793BC173910}" type="presParOf" srcId="{ADC7DFBE-8E6D-4736-B926-23F6ACAF5841}" destId="{D22D766D-AE5B-4CA3-823B-C8D4F960C9F0}" srcOrd="1" destOrd="0" presId="urn:microsoft.com/office/officeart/2005/8/layout/orgChart1"/>
    <dgm:cxn modelId="{6B384E94-44C7-4FEB-BFDA-5EBBFE5721A8}" type="presParOf" srcId="{5288D4AF-F130-4389-A505-57D85EF3E634}" destId="{3FBDBCF8-E497-49F3-B73E-1807AC758A8B}" srcOrd="1" destOrd="0" presId="urn:microsoft.com/office/officeart/2005/8/layout/orgChart1"/>
    <dgm:cxn modelId="{ACC05C8B-73A8-477D-9C0D-C8086BCDB9E2}" type="presParOf" srcId="{5288D4AF-F130-4389-A505-57D85EF3E634}" destId="{B9DCF3B3-E27E-4B2F-A3BE-78D39869F28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FA560C-5A1D-4623-9046-1D08DA3BCA82}" type="doc">
      <dgm:prSet loTypeId="urn:microsoft.com/office/officeart/2005/8/layout/orgChart1" loCatId="hierarchy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4D8DEC09-D292-4637-8C41-9B86508491A8}">
      <dgm:prSet/>
      <dgm:spPr/>
      <dgm:t>
        <a:bodyPr/>
        <a:lstStyle/>
        <a:p>
          <a:r>
            <a:rPr lang="en-US" b="1" i="0"/>
            <a:t>02</a:t>
          </a:r>
          <a:endParaRPr lang="en-US"/>
        </a:p>
      </dgm:t>
    </dgm:pt>
    <dgm:pt modelId="{4B0AE4B4-BA59-4D63-8F3F-4DB0DE479593}" type="parTrans" cxnId="{8C83956D-519D-44B9-89A3-B2C7B99ACEB5}">
      <dgm:prSet/>
      <dgm:spPr/>
      <dgm:t>
        <a:bodyPr/>
        <a:lstStyle/>
        <a:p>
          <a:endParaRPr lang="en-US"/>
        </a:p>
      </dgm:t>
    </dgm:pt>
    <dgm:pt modelId="{191DFDC4-6CE4-48B8-A005-D95D26041ED5}" type="sibTrans" cxnId="{8C83956D-519D-44B9-89A3-B2C7B99ACEB5}">
      <dgm:prSet/>
      <dgm:spPr/>
      <dgm:t>
        <a:bodyPr/>
        <a:lstStyle/>
        <a:p>
          <a:endParaRPr lang="en-US"/>
        </a:p>
      </dgm:t>
    </dgm:pt>
    <dgm:pt modelId="{90C3D678-5F8C-474F-A073-247AFD7C85C2}" type="pres">
      <dgm:prSet presAssocID="{8BFA560C-5A1D-4623-9046-1D08DA3BCA8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94AC008-8020-48F4-8DEB-8DA94F5198C6}" type="pres">
      <dgm:prSet presAssocID="{4D8DEC09-D292-4637-8C41-9B86508491A8}" presName="hierRoot1" presStyleCnt="0">
        <dgm:presLayoutVars>
          <dgm:hierBranch val="init"/>
        </dgm:presLayoutVars>
      </dgm:prSet>
      <dgm:spPr/>
    </dgm:pt>
    <dgm:pt modelId="{B4EEE919-15C2-4F1A-9F1D-281270ED1DDD}" type="pres">
      <dgm:prSet presAssocID="{4D8DEC09-D292-4637-8C41-9B86508491A8}" presName="rootComposite1" presStyleCnt="0"/>
      <dgm:spPr/>
    </dgm:pt>
    <dgm:pt modelId="{C9CD5723-FB44-436F-AB71-794D7585EBA6}" type="pres">
      <dgm:prSet presAssocID="{4D8DEC09-D292-4637-8C41-9B86508491A8}" presName="rootText1" presStyleLbl="node0" presStyleIdx="0" presStyleCnt="1">
        <dgm:presLayoutVars>
          <dgm:chPref val="3"/>
        </dgm:presLayoutVars>
      </dgm:prSet>
      <dgm:spPr/>
    </dgm:pt>
    <dgm:pt modelId="{C7B2EC3B-3DFD-4A8D-A8C4-A7C4D4F6BCBD}" type="pres">
      <dgm:prSet presAssocID="{4D8DEC09-D292-4637-8C41-9B86508491A8}" presName="rootConnector1" presStyleLbl="node1" presStyleIdx="0" presStyleCnt="0"/>
      <dgm:spPr/>
    </dgm:pt>
    <dgm:pt modelId="{B20B9AF2-8CAE-4D91-AF6F-7A42D42AB8BE}" type="pres">
      <dgm:prSet presAssocID="{4D8DEC09-D292-4637-8C41-9B86508491A8}" presName="hierChild2" presStyleCnt="0"/>
      <dgm:spPr/>
    </dgm:pt>
    <dgm:pt modelId="{75CA6DD5-B4DE-43D6-A15B-C67A8456D06B}" type="pres">
      <dgm:prSet presAssocID="{4D8DEC09-D292-4637-8C41-9B86508491A8}" presName="hierChild3" presStyleCnt="0"/>
      <dgm:spPr/>
    </dgm:pt>
  </dgm:ptLst>
  <dgm:cxnLst>
    <dgm:cxn modelId="{79C89A09-5A02-4F9B-8FC8-E6B43ED962C4}" type="presOf" srcId="{4D8DEC09-D292-4637-8C41-9B86508491A8}" destId="{C7B2EC3B-3DFD-4A8D-A8C4-A7C4D4F6BCBD}" srcOrd="1" destOrd="0" presId="urn:microsoft.com/office/officeart/2005/8/layout/orgChart1"/>
    <dgm:cxn modelId="{1EC9C611-2B12-4E9D-8C47-F283B5C6ABC6}" type="presOf" srcId="{4D8DEC09-D292-4637-8C41-9B86508491A8}" destId="{C9CD5723-FB44-436F-AB71-794D7585EBA6}" srcOrd="0" destOrd="0" presId="urn:microsoft.com/office/officeart/2005/8/layout/orgChart1"/>
    <dgm:cxn modelId="{8C83956D-519D-44B9-89A3-B2C7B99ACEB5}" srcId="{8BFA560C-5A1D-4623-9046-1D08DA3BCA82}" destId="{4D8DEC09-D292-4637-8C41-9B86508491A8}" srcOrd="0" destOrd="0" parTransId="{4B0AE4B4-BA59-4D63-8F3F-4DB0DE479593}" sibTransId="{191DFDC4-6CE4-48B8-A005-D95D26041ED5}"/>
    <dgm:cxn modelId="{1DCE2FFA-C3DC-4656-B9E9-2CFBB1C242C8}" type="presOf" srcId="{8BFA560C-5A1D-4623-9046-1D08DA3BCA82}" destId="{90C3D678-5F8C-474F-A073-247AFD7C85C2}" srcOrd="0" destOrd="0" presId="urn:microsoft.com/office/officeart/2005/8/layout/orgChart1"/>
    <dgm:cxn modelId="{3A20058F-35DD-4387-8EC4-84065F675FD3}" type="presParOf" srcId="{90C3D678-5F8C-474F-A073-247AFD7C85C2}" destId="{994AC008-8020-48F4-8DEB-8DA94F5198C6}" srcOrd="0" destOrd="0" presId="urn:microsoft.com/office/officeart/2005/8/layout/orgChart1"/>
    <dgm:cxn modelId="{0CAD3ADD-10C4-4A07-A7F3-4D037FAFC9F6}" type="presParOf" srcId="{994AC008-8020-48F4-8DEB-8DA94F5198C6}" destId="{B4EEE919-15C2-4F1A-9F1D-281270ED1DDD}" srcOrd="0" destOrd="0" presId="urn:microsoft.com/office/officeart/2005/8/layout/orgChart1"/>
    <dgm:cxn modelId="{D2E7D3DE-6BA0-41B9-B475-40B9A362CBD9}" type="presParOf" srcId="{B4EEE919-15C2-4F1A-9F1D-281270ED1DDD}" destId="{C9CD5723-FB44-436F-AB71-794D7585EBA6}" srcOrd="0" destOrd="0" presId="urn:microsoft.com/office/officeart/2005/8/layout/orgChart1"/>
    <dgm:cxn modelId="{29C56191-277E-4D8F-8A10-391C21ABB73F}" type="presParOf" srcId="{B4EEE919-15C2-4F1A-9F1D-281270ED1DDD}" destId="{C7B2EC3B-3DFD-4A8D-A8C4-A7C4D4F6BCBD}" srcOrd="1" destOrd="0" presId="urn:microsoft.com/office/officeart/2005/8/layout/orgChart1"/>
    <dgm:cxn modelId="{9D99974A-F0DF-4B45-BD13-8CA70B48E344}" type="presParOf" srcId="{994AC008-8020-48F4-8DEB-8DA94F5198C6}" destId="{B20B9AF2-8CAE-4D91-AF6F-7A42D42AB8BE}" srcOrd="1" destOrd="0" presId="urn:microsoft.com/office/officeart/2005/8/layout/orgChart1"/>
    <dgm:cxn modelId="{9609A6BB-4245-4115-B722-C39965E634AC}" type="presParOf" srcId="{994AC008-8020-48F4-8DEB-8DA94F5198C6}" destId="{75CA6DD5-B4DE-43D6-A15B-C67A8456D0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EFBE1F-433B-444D-B9B7-DD3DD84225B6}" type="doc">
      <dgm:prSet loTypeId="urn:microsoft.com/office/officeart/2005/8/layout/orgChart1" loCatId="hierarchy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297CE40A-D74A-4393-A2BC-CDFBD600D7AF}">
      <dgm:prSet/>
      <dgm:spPr/>
      <dgm:t>
        <a:bodyPr/>
        <a:lstStyle/>
        <a:p>
          <a:r>
            <a:rPr lang="en-US" b="1" i="0"/>
            <a:t>05</a:t>
          </a:r>
          <a:endParaRPr lang="en-US"/>
        </a:p>
      </dgm:t>
    </dgm:pt>
    <dgm:pt modelId="{92DF0F83-AA44-4CF3-B66C-9328FDC02D54}" type="parTrans" cxnId="{D5900CA7-8AD3-4B25-BB7D-56C1C6B19CDF}">
      <dgm:prSet/>
      <dgm:spPr/>
      <dgm:t>
        <a:bodyPr/>
        <a:lstStyle/>
        <a:p>
          <a:endParaRPr lang="en-US"/>
        </a:p>
      </dgm:t>
    </dgm:pt>
    <dgm:pt modelId="{E2374608-209C-4F9A-B45A-EB0471EB7CC0}" type="sibTrans" cxnId="{D5900CA7-8AD3-4B25-BB7D-56C1C6B19CDF}">
      <dgm:prSet/>
      <dgm:spPr/>
      <dgm:t>
        <a:bodyPr/>
        <a:lstStyle/>
        <a:p>
          <a:endParaRPr lang="en-US"/>
        </a:p>
      </dgm:t>
    </dgm:pt>
    <dgm:pt modelId="{B1E32C1C-ECF9-41D8-B67B-BBC590E062A8}" type="pres">
      <dgm:prSet presAssocID="{3FEFBE1F-433B-444D-B9B7-DD3DD84225B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CF0C829-0FC5-40AD-8CAF-5F5E0E9060DA}" type="pres">
      <dgm:prSet presAssocID="{297CE40A-D74A-4393-A2BC-CDFBD600D7AF}" presName="hierRoot1" presStyleCnt="0">
        <dgm:presLayoutVars>
          <dgm:hierBranch val="init"/>
        </dgm:presLayoutVars>
      </dgm:prSet>
      <dgm:spPr/>
    </dgm:pt>
    <dgm:pt modelId="{2AA9FC25-6CAC-44FB-86AE-263B8200ECD7}" type="pres">
      <dgm:prSet presAssocID="{297CE40A-D74A-4393-A2BC-CDFBD600D7AF}" presName="rootComposite1" presStyleCnt="0"/>
      <dgm:spPr/>
    </dgm:pt>
    <dgm:pt modelId="{F099B16F-B43D-49CA-9E52-66A02CB9737C}" type="pres">
      <dgm:prSet presAssocID="{297CE40A-D74A-4393-A2BC-CDFBD600D7AF}" presName="rootText1" presStyleLbl="node0" presStyleIdx="0" presStyleCnt="1">
        <dgm:presLayoutVars>
          <dgm:chPref val="3"/>
        </dgm:presLayoutVars>
      </dgm:prSet>
      <dgm:spPr/>
    </dgm:pt>
    <dgm:pt modelId="{A00FB48A-0486-46C6-BE33-0ED7C60AE75B}" type="pres">
      <dgm:prSet presAssocID="{297CE40A-D74A-4393-A2BC-CDFBD600D7AF}" presName="rootConnector1" presStyleLbl="node1" presStyleIdx="0" presStyleCnt="0"/>
      <dgm:spPr/>
    </dgm:pt>
    <dgm:pt modelId="{6FB5C7BB-5523-4E4E-8167-7964BC493BC5}" type="pres">
      <dgm:prSet presAssocID="{297CE40A-D74A-4393-A2BC-CDFBD600D7AF}" presName="hierChild2" presStyleCnt="0"/>
      <dgm:spPr/>
    </dgm:pt>
    <dgm:pt modelId="{C365A891-DCCD-4891-98DB-5A85484B5FAB}" type="pres">
      <dgm:prSet presAssocID="{297CE40A-D74A-4393-A2BC-CDFBD600D7AF}" presName="hierChild3" presStyleCnt="0"/>
      <dgm:spPr/>
    </dgm:pt>
  </dgm:ptLst>
  <dgm:cxnLst>
    <dgm:cxn modelId="{BDEFE413-1414-438E-A5CA-6C2457FE37C8}" type="presOf" srcId="{3FEFBE1F-433B-444D-B9B7-DD3DD84225B6}" destId="{B1E32C1C-ECF9-41D8-B67B-BBC590E062A8}" srcOrd="0" destOrd="0" presId="urn:microsoft.com/office/officeart/2005/8/layout/orgChart1"/>
    <dgm:cxn modelId="{344C9A82-B81B-4880-A05A-E695CC7CBABF}" type="presOf" srcId="{297CE40A-D74A-4393-A2BC-CDFBD600D7AF}" destId="{F099B16F-B43D-49CA-9E52-66A02CB9737C}" srcOrd="0" destOrd="0" presId="urn:microsoft.com/office/officeart/2005/8/layout/orgChart1"/>
    <dgm:cxn modelId="{D5900CA7-8AD3-4B25-BB7D-56C1C6B19CDF}" srcId="{3FEFBE1F-433B-444D-B9B7-DD3DD84225B6}" destId="{297CE40A-D74A-4393-A2BC-CDFBD600D7AF}" srcOrd="0" destOrd="0" parTransId="{92DF0F83-AA44-4CF3-B66C-9328FDC02D54}" sibTransId="{E2374608-209C-4F9A-B45A-EB0471EB7CC0}"/>
    <dgm:cxn modelId="{262135E8-BB5A-4F5D-9020-4E3D78BF9068}" type="presOf" srcId="{297CE40A-D74A-4393-A2BC-CDFBD600D7AF}" destId="{A00FB48A-0486-46C6-BE33-0ED7C60AE75B}" srcOrd="1" destOrd="0" presId="urn:microsoft.com/office/officeart/2005/8/layout/orgChart1"/>
    <dgm:cxn modelId="{75C81750-6D6B-43A0-BA1D-9A7CC142CE4C}" type="presParOf" srcId="{B1E32C1C-ECF9-41D8-B67B-BBC590E062A8}" destId="{7CF0C829-0FC5-40AD-8CAF-5F5E0E9060DA}" srcOrd="0" destOrd="0" presId="urn:microsoft.com/office/officeart/2005/8/layout/orgChart1"/>
    <dgm:cxn modelId="{9F33C2EF-E5F0-41E8-B505-9D27A65636F9}" type="presParOf" srcId="{7CF0C829-0FC5-40AD-8CAF-5F5E0E9060DA}" destId="{2AA9FC25-6CAC-44FB-86AE-263B8200ECD7}" srcOrd="0" destOrd="0" presId="urn:microsoft.com/office/officeart/2005/8/layout/orgChart1"/>
    <dgm:cxn modelId="{EE38B9B3-0024-409A-9B4F-9873556E0C1E}" type="presParOf" srcId="{2AA9FC25-6CAC-44FB-86AE-263B8200ECD7}" destId="{F099B16F-B43D-49CA-9E52-66A02CB9737C}" srcOrd="0" destOrd="0" presId="urn:microsoft.com/office/officeart/2005/8/layout/orgChart1"/>
    <dgm:cxn modelId="{0FF2D3AA-5266-4CB7-AC50-6F0609E684E2}" type="presParOf" srcId="{2AA9FC25-6CAC-44FB-86AE-263B8200ECD7}" destId="{A00FB48A-0486-46C6-BE33-0ED7C60AE75B}" srcOrd="1" destOrd="0" presId="urn:microsoft.com/office/officeart/2005/8/layout/orgChart1"/>
    <dgm:cxn modelId="{F3D7C77C-9245-4693-B9D4-862BBD735738}" type="presParOf" srcId="{7CF0C829-0FC5-40AD-8CAF-5F5E0E9060DA}" destId="{6FB5C7BB-5523-4E4E-8167-7964BC493BC5}" srcOrd="1" destOrd="0" presId="urn:microsoft.com/office/officeart/2005/8/layout/orgChart1"/>
    <dgm:cxn modelId="{312C6B1B-20DD-485F-81D5-A96CDFB0359B}" type="presParOf" srcId="{7CF0C829-0FC5-40AD-8CAF-5F5E0E9060DA}" destId="{C365A891-DCCD-4891-98DB-5A85484B5FA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6B8B53-4A50-41A2-80D3-55976A7E076D}" type="doc">
      <dgm:prSet loTypeId="urn:microsoft.com/office/officeart/2005/8/layout/orgChart1" loCatId="hierarchy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B95EF19D-F284-4C11-91E8-90B7175C843E}">
      <dgm:prSet/>
      <dgm:spPr/>
      <dgm:t>
        <a:bodyPr/>
        <a:lstStyle/>
        <a:p>
          <a:r>
            <a:rPr lang="en-US" b="1" i="0"/>
            <a:t>03</a:t>
          </a:r>
          <a:endParaRPr lang="en-US"/>
        </a:p>
      </dgm:t>
    </dgm:pt>
    <dgm:pt modelId="{DA3B66A1-0651-41E3-B375-309C23CDF617}" type="parTrans" cxnId="{05EC5C80-1484-46A6-9404-3C347C21FCFF}">
      <dgm:prSet/>
      <dgm:spPr/>
      <dgm:t>
        <a:bodyPr/>
        <a:lstStyle/>
        <a:p>
          <a:endParaRPr lang="en-US"/>
        </a:p>
      </dgm:t>
    </dgm:pt>
    <dgm:pt modelId="{A747D263-6EAA-4968-AFC4-B7A9E32F6B3B}" type="sibTrans" cxnId="{05EC5C80-1484-46A6-9404-3C347C21FCFF}">
      <dgm:prSet/>
      <dgm:spPr/>
      <dgm:t>
        <a:bodyPr/>
        <a:lstStyle/>
        <a:p>
          <a:endParaRPr lang="en-US"/>
        </a:p>
      </dgm:t>
    </dgm:pt>
    <dgm:pt modelId="{7144E59D-318B-41D9-BBDC-917C66B39ACE}" type="pres">
      <dgm:prSet presAssocID="{1B6B8B53-4A50-41A2-80D3-55976A7E07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5A1468F-1156-4810-9F06-B1812C6E61EF}" type="pres">
      <dgm:prSet presAssocID="{B95EF19D-F284-4C11-91E8-90B7175C843E}" presName="hierRoot1" presStyleCnt="0">
        <dgm:presLayoutVars>
          <dgm:hierBranch val="init"/>
        </dgm:presLayoutVars>
      </dgm:prSet>
      <dgm:spPr/>
    </dgm:pt>
    <dgm:pt modelId="{8DDF240C-7DB2-44B3-A5E6-7A77883D7A14}" type="pres">
      <dgm:prSet presAssocID="{B95EF19D-F284-4C11-91E8-90B7175C843E}" presName="rootComposite1" presStyleCnt="0"/>
      <dgm:spPr/>
    </dgm:pt>
    <dgm:pt modelId="{611F2ADC-AC55-4992-98E9-8FC412D3776B}" type="pres">
      <dgm:prSet presAssocID="{B95EF19D-F284-4C11-91E8-90B7175C843E}" presName="rootText1" presStyleLbl="node0" presStyleIdx="0" presStyleCnt="1">
        <dgm:presLayoutVars>
          <dgm:chPref val="3"/>
        </dgm:presLayoutVars>
      </dgm:prSet>
      <dgm:spPr/>
    </dgm:pt>
    <dgm:pt modelId="{DAE01DDC-E0C2-4555-BDB5-487DA3E55EDF}" type="pres">
      <dgm:prSet presAssocID="{B95EF19D-F284-4C11-91E8-90B7175C843E}" presName="rootConnector1" presStyleLbl="node1" presStyleIdx="0" presStyleCnt="0"/>
      <dgm:spPr/>
    </dgm:pt>
    <dgm:pt modelId="{FDCDEAB1-5B62-487E-ACE5-A203E8FC907D}" type="pres">
      <dgm:prSet presAssocID="{B95EF19D-F284-4C11-91E8-90B7175C843E}" presName="hierChild2" presStyleCnt="0"/>
      <dgm:spPr/>
    </dgm:pt>
    <dgm:pt modelId="{5DE48936-FFF9-4AD5-A662-904617C5091B}" type="pres">
      <dgm:prSet presAssocID="{B95EF19D-F284-4C11-91E8-90B7175C843E}" presName="hierChild3" presStyleCnt="0"/>
      <dgm:spPr/>
    </dgm:pt>
  </dgm:ptLst>
  <dgm:cxnLst>
    <dgm:cxn modelId="{4E74B473-760E-4417-99B9-5D7F6BD19514}" type="presOf" srcId="{B95EF19D-F284-4C11-91E8-90B7175C843E}" destId="{611F2ADC-AC55-4992-98E9-8FC412D3776B}" srcOrd="0" destOrd="0" presId="urn:microsoft.com/office/officeart/2005/8/layout/orgChart1"/>
    <dgm:cxn modelId="{05EC5C80-1484-46A6-9404-3C347C21FCFF}" srcId="{1B6B8B53-4A50-41A2-80D3-55976A7E076D}" destId="{B95EF19D-F284-4C11-91E8-90B7175C843E}" srcOrd="0" destOrd="0" parTransId="{DA3B66A1-0651-41E3-B375-309C23CDF617}" sibTransId="{A747D263-6EAA-4968-AFC4-B7A9E32F6B3B}"/>
    <dgm:cxn modelId="{127805E4-23C1-4DBA-8004-21A0C4E7E5F4}" type="presOf" srcId="{B95EF19D-F284-4C11-91E8-90B7175C843E}" destId="{DAE01DDC-E0C2-4555-BDB5-487DA3E55EDF}" srcOrd="1" destOrd="0" presId="urn:microsoft.com/office/officeart/2005/8/layout/orgChart1"/>
    <dgm:cxn modelId="{89B118F0-8607-4F92-9BC5-1F56EB65FF12}" type="presOf" srcId="{1B6B8B53-4A50-41A2-80D3-55976A7E076D}" destId="{7144E59D-318B-41D9-BBDC-917C66B39ACE}" srcOrd="0" destOrd="0" presId="urn:microsoft.com/office/officeart/2005/8/layout/orgChart1"/>
    <dgm:cxn modelId="{6027D59D-3ED6-4292-919F-ADEA174DE223}" type="presParOf" srcId="{7144E59D-318B-41D9-BBDC-917C66B39ACE}" destId="{A5A1468F-1156-4810-9F06-B1812C6E61EF}" srcOrd="0" destOrd="0" presId="urn:microsoft.com/office/officeart/2005/8/layout/orgChart1"/>
    <dgm:cxn modelId="{08A39760-4E06-4675-AFF6-55B680E56079}" type="presParOf" srcId="{A5A1468F-1156-4810-9F06-B1812C6E61EF}" destId="{8DDF240C-7DB2-44B3-A5E6-7A77883D7A14}" srcOrd="0" destOrd="0" presId="urn:microsoft.com/office/officeart/2005/8/layout/orgChart1"/>
    <dgm:cxn modelId="{B6AF0A4F-9F57-4292-A879-37B7149AE30C}" type="presParOf" srcId="{8DDF240C-7DB2-44B3-A5E6-7A77883D7A14}" destId="{611F2ADC-AC55-4992-98E9-8FC412D3776B}" srcOrd="0" destOrd="0" presId="urn:microsoft.com/office/officeart/2005/8/layout/orgChart1"/>
    <dgm:cxn modelId="{7915558B-17C8-49A4-9659-0ADF94996353}" type="presParOf" srcId="{8DDF240C-7DB2-44B3-A5E6-7A77883D7A14}" destId="{DAE01DDC-E0C2-4555-BDB5-487DA3E55EDF}" srcOrd="1" destOrd="0" presId="urn:microsoft.com/office/officeart/2005/8/layout/orgChart1"/>
    <dgm:cxn modelId="{ACC8E933-B049-49F1-A49D-F288C0F920A1}" type="presParOf" srcId="{A5A1468F-1156-4810-9F06-B1812C6E61EF}" destId="{FDCDEAB1-5B62-487E-ACE5-A203E8FC907D}" srcOrd="1" destOrd="0" presId="urn:microsoft.com/office/officeart/2005/8/layout/orgChart1"/>
    <dgm:cxn modelId="{BDBF72BD-B6A4-4889-9B02-FEF8B405AD6E}" type="presParOf" srcId="{A5A1468F-1156-4810-9F06-B1812C6E61EF}" destId="{5DE48936-FFF9-4AD5-A662-904617C5091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66F4A5-C1B8-4732-B4C8-5746B84E8166}" type="doc">
      <dgm:prSet loTypeId="urn:microsoft.com/office/officeart/2005/8/layout/orgChart1" loCatId="hierarchy" qsTypeId="urn:microsoft.com/office/officeart/2005/8/quickstyle/simple1" qsCatId="simple" csTypeId="urn:microsoft.com/office/officeart/2005/8/colors/accent6_4" csCatId="accent6"/>
      <dgm:spPr/>
      <dgm:t>
        <a:bodyPr/>
        <a:lstStyle/>
        <a:p>
          <a:endParaRPr lang="en-US"/>
        </a:p>
      </dgm:t>
    </dgm:pt>
    <dgm:pt modelId="{6B43619A-6AD0-4B38-AF52-E9D586090E62}">
      <dgm:prSet/>
      <dgm:spPr/>
      <dgm:t>
        <a:bodyPr/>
        <a:lstStyle/>
        <a:p>
          <a:r>
            <a:rPr lang="en-US" b="1" i="0"/>
            <a:t>06</a:t>
          </a:r>
          <a:endParaRPr lang="en-US"/>
        </a:p>
      </dgm:t>
    </dgm:pt>
    <dgm:pt modelId="{2265ABC1-3EFE-4CB7-B174-1AEDC1731D01}" type="parTrans" cxnId="{E4AED147-86CC-4D3F-9CC3-1601F9FA0FB8}">
      <dgm:prSet/>
      <dgm:spPr/>
      <dgm:t>
        <a:bodyPr/>
        <a:lstStyle/>
        <a:p>
          <a:endParaRPr lang="en-US"/>
        </a:p>
      </dgm:t>
    </dgm:pt>
    <dgm:pt modelId="{C6D792D6-BE2F-41B6-B245-993EE327C9D2}" type="sibTrans" cxnId="{E4AED147-86CC-4D3F-9CC3-1601F9FA0FB8}">
      <dgm:prSet/>
      <dgm:spPr/>
      <dgm:t>
        <a:bodyPr/>
        <a:lstStyle/>
        <a:p>
          <a:endParaRPr lang="en-US"/>
        </a:p>
      </dgm:t>
    </dgm:pt>
    <dgm:pt modelId="{C3F9D531-0CE6-459D-A173-A3F2ECE4B0ED}" type="pres">
      <dgm:prSet presAssocID="{9766F4A5-C1B8-4732-B4C8-5746B84E816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D9F2D5D-08EA-41AE-9CFC-238E10778FB1}" type="pres">
      <dgm:prSet presAssocID="{6B43619A-6AD0-4B38-AF52-E9D586090E62}" presName="hierRoot1" presStyleCnt="0">
        <dgm:presLayoutVars>
          <dgm:hierBranch val="init"/>
        </dgm:presLayoutVars>
      </dgm:prSet>
      <dgm:spPr/>
    </dgm:pt>
    <dgm:pt modelId="{87A0033F-AE1D-45C1-B9B3-93F84E2E8F80}" type="pres">
      <dgm:prSet presAssocID="{6B43619A-6AD0-4B38-AF52-E9D586090E62}" presName="rootComposite1" presStyleCnt="0"/>
      <dgm:spPr/>
    </dgm:pt>
    <dgm:pt modelId="{08EAA5DE-54A9-4DD6-AA26-AF6AFA4ABDB8}" type="pres">
      <dgm:prSet presAssocID="{6B43619A-6AD0-4B38-AF52-E9D586090E62}" presName="rootText1" presStyleLbl="node0" presStyleIdx="0" presStyleCnt="1">
        <dgm:presLayoutVars>
          <dgm:chPref val="3"/>
        </dgm:presLayoutVars>
      </dgm:prSet>
      <dgm:spPr/>
    </dgm:pt>
    <dgm:pt modelId="{BE2E3072-7B2F-49D6-BB51-81BAB4D89598}" type="pres">
      <dgm:prSet presAssocID="{6B43619A-6AD0-4B38-AF52-E9D586090E62}" presName="rootConnector1" presStyleLbl="node1" presStyleIdx="0" presStyleCnt="0"/>
      <dgm:spPr/>
    </dgm:pt>
    <dgm:pt modelId="{F78F91A2-E73B-4A30-8642-992DA06819A2}" type="pres">
      <dgm:prSet presAssocID="{6B43619A-6AD0-4B38-AF52-E9D586090E62}" presName="hierChild2" presStyleCnt="0"/>
      <dgm:spPr/>
    </dgm:pt>
    <dgm:pt modelId="{195CFB96-3EC0-4C2E-8BAF-6E695B89D668}" type="pres">
      <dgm:prSet presAssocID="{6B43619A-6AD0-4B38-AF52-E9D586090E62}" presName="hierChild3" presStyleCnt="0"/>
      <dgm:spPr/>
    </dgm:pt>
  </dgm:ptLst>
  <dgm:cxnLst>
    <dgm:cxn modelId="{CD1BA944-D5DC-4CDD-95D5-560029B723CF}" type="presOf" srcId="{6B43619A-6AD0-4B38-AF52-E9D586090E62}" destId="{08EAA5DE-54A9-4DD6-AA26-AF6AFA4ABDB8}" srcOrd="0" destOrd="0" presId="urn:microsoft.com/office/officeart/2005/8/layout/orgChart1"/>
    <dgm:cxn modelId="{E4AED147-86CC-4D3F-9CC3-1601F9FA0FB8}" srcId="{9766F4A5-C1B8-4732-B4C8-5746B84E8166}" destId="{6B43619A-6AD0-4B38-AF52-E9D586090E62}" srcOrd="0" destOrd="0" parTransId="{2265ABC1-3EFE-4CB7-B174-1AEDC1731D01}" sibTransId="{C6D792D6-BE2F-41B6-B245-993EE327C9D2}"/>
    <dgm:cxn modelId="{609B848B-F808-4B09-AC82-6A1017A2EF1D}" type="presOf" srcId="{9766F4A5-C1B8-4732-B4C8-5746B84E8166}" destId="{C3F9D531-0CE6-459D-A173-A3F2ECE4B0ED}" srcOrd="0" destOrd="0" presId="urn:microsoft.com/office/officeart/2005/8/layout/orgChart1"/>
    <dgm:cxn modelId="{836D5EA8-A6BF-480E-8ACC-8A53177341D7}" type="presOf" srcId="{6B43619A-6AD0-4B38-AF52-E9D586090E62}" destId="{BE2E3072-7B2F-49D6-BB51-81BAB4D89598}" srcOrd="1" destOrd="0" presId="urn:microsoft.com/office/officeart/2005/8/layout/orgChart1"/>
    <dgm:cxn modelId="{2021A57F-3AC3-47F2-8EE5-7D2389D49508}" type="presParOf" srcId="{C3F9D531-0CE6-459D-A173-A3F2ECE4B0ED}" destId="{9D9F2D5D-08EA-41AE-9CFC-238E10778FB1}" srcOrd="0" destOrd="0" presId="urn:microsoft.com/office/officeart/2005/8/layout/orgChart1"/>
    <dgm:cxn modelId="{2B255A21-CE65-4927-8D12-CA773DD9C9C9}" type="presParOf" srcId="{9D9F2D5D-08EA-41AE-9CFC-238E10778FB1}" destId="{87A0033F-AE1D-45C1-B9B3-93F84E2E8F80}" srcOrd="0" destOrd="0" presId="urn:microsoft.com/office/officeart/2005/8/layout/orgChart1"/>
    <dgm:cxn modelId="{D4612C04-AE3B-4C09-BC7C-6033AAEC8F50}" type="presParOf" srcId="{87A0033F-AE1D-45C1-B9B3-93F84E2E8F80}" destId="{08EAA5DE-54A9-4DD6-AA26-AF6AFA4ABDB8}" srcOrd="0" destOrd="0" presId="urn:microsoft.com/office/officeart/2005/8/layout/orgChart1"/>
    <dgm:cxn modelId="{8783761D-1F21-4E70-B015-3675E4958DA1}" type="presParOf" srcId="{87A0033F-AE1D-45C1-B9B3-93F84E2E8F80}" destId="{BE2E3072-7B2F-49D6-BB51-81BAB4D89598}" srcOrd="1" destOrd="0" presId="urn:microsoft.com/office/officeart/2005/8/layout/orgChart1"/>
    <dgm:cxn modelId="{702143AF-7D27-45A5-93AA-5A8D51066767}" type="presParOf" srcId="{9D9F2D5D-08EA-41AE-9CFC-238E10778FB1}" destId="{F78F91A2-E73B-4A30-8642-992DA06819A2}" srcOrd="1" destOrd="0" presId="urn:microsoft.com/office/officeart/2005/8/layout/orgChart1"/>
    <dgm:cxn modelId="{C26A84DA-83A1-4051-B746-C70E90A25A94}" type="presParOf" srcId="{9D9F2D5D-08EA-41AE-9CFC-238E10778FB1}" destId="{195CFB96-3EC0-4C2E-8BAF-6E695B89D66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47608-35DE-4932-B1B5-C0242AC4D014}">
      <dsp:nvSpPr>
        <dsp:cNvPr id="0" name=""/>
        <dsp:cNvSpPr/>
      </dsp:nvSpPr>
      <dsp:spPr>
        <a:xfrm>
          <a:off x="89" y="102719"/>
          <a:ext cx="734520" cy="367260"/>
        </a:xfrm>
        <a:prstGeom prst="rect">
          <a:avLst/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01</a:t>
          </a:r>
          <a:endParaRPr lang="en-US" sz="2500" kern="1200"/>
        </a:p>
      </dsp:txBody>
      <dsp:txXfrm>
        <a:off x="89" y="102719"/>
        <a:ext cx="734520" cy="367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A5E4B-F2E9-4940-A685-27ABE5084B3B}">
      <dsp:nvSpPr>
        <dsp:cNvPr id="0" name=""/>
        <dsp:cNvSpPr/>
      </dsp:nvSpPr>
      <dsp:spPr>
        <a:xfrm>
          <a:off x="89" y="102719"/>
          <a:ext cx="734520" cy="367260"/>
        </a:xfrm>
        <a:prstGeom prst="rect">
          <a:avLst/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04</a:t>
          </a:r>
          <a:endParaRPr lang="en-US" sz="2500" kern="1200"/>
        </a:p>
      </dsp:txBody>
      <dsp:txXfrm>
        <a:off x="89" y="102719"/>
        <a:ext cx="734520" cy="3672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D5723-FB44-436F-AB71-794D7585EBA6}">
      <dsp:nvSpPr>
        <dsp:cNvPr id="0" name=""/>
        <dsp:cNvSpPr/>
      </dsp:nvSpPr>
      <dsp:spPr>
        <a:xfrm>
          <a:off x="89" y="102719"/>
          <a:ext cx="734520" cy="367260"/>
        </a:xfrm>
        <a:prstGeom prst="rect">
          <a:avLst/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02</a:t>
          </a:r>
          <a:endParaRPr lang="en-US" sz="2500" kern="1200"/>
        </a:p>
      </dsp:txBody>
      <dsp:txXfrm>
        <a:off x="89" y="102719"/>
        <a:ext cx="734520" cy="3672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9B16F-B43D-49CA-9E52-66A02CB9737C}">
      <dsp:nvSpPr>
        <dsp:cNvPr id="0" name=""/>
        <dsp:cNvSpPr/>
      </dsp:nvSpPr>
      <dsp:spPr>
        <a:xfrm>
          <a:off x="89" y="102719"/>
          <a:ext cx="734520" cy="367260"/>
        </a:xfrm>
        <a:prstGeom prst="rect">
          <a:avLst/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05</a:t>
          </a:r>
          <a:endParaRPr lang="en-US" sz="2500" kern="1200"/>
        </a:p>
      </dsp:txBody>
      <dsp:txXfrm>
        <a:off x="89" y="102719"/>
        <a:ext cx="734520" cy="3672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F2ADC-AC55-4992-98E9-8FC412D3776B}">
      <dsp:nvSpPr>
        <dsp:cNvPr id="0" name=""/>
        <dsp:cNvSpPr/>
      </dsp:nvSpPr>
      <dsp:spPr>
        <a:xfrm>
          <a:off x="89" y="102719"/>
          <a:ext cx="734520" cy="367260"/>
        </a:xfrm>
        <a:prstGeom prst="rect">
          <a:avLst/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03</a:t>
          </a:r>
          <a:endParaRPr lang="en-US" sz="2500" kern="1200"/>
        </a:p>
      </dsp:txBody>
      <dsp:txXfrm>
        <a:off x="89" y="102719"/>
        <a:ext cx="734520" cy="3672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AA5DE-54A9-4DD6-AA26-AF6AFA4ABDB8}">
      <dsp:nvSpPr>
        <dsp:cNvPr id="0" name=""/>
        <dsp:cNvSpPr/>
      </dsp:nvSpPr>
      <dsp:spPr>
        <a:xfrm>
          <a:off x="89" y="102719"/>
          <a:ext cx="734520" cy="367260"/>
        </a:xfrm>
        <a:prstGeom prst="rect">
          <a:avLst/>
        </a:prstGeom>
        <a:solidFill>
          <a:schemeClr val="accent6">
            <a:shade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06</a:t>
          </a:r>
          <a:endParaRPr lang="en-US" sz="2500" kern="1200"/>
        </a:p>
      </dsp:txBody>
      <dsp:txXfrm>
        <a:off x="89" y="102719"/>
        <a:ext cx="734520" cy="367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>
          <a:extLst>
            <a:ext uri="{FF2B5EF4-FFF2-40B4-BE49-F238E27FC236}">
              <a16:creationId xmlns:a16="http://schemas.microsoft.com/office/drawing/2014/main" id="{1932584C-FA03-E802-CC0F-D92139C6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54dda1946d_4_2730:notes">
            <a:extLst>
              <a:ext uri="{FF2B5EF4-FFF2-40B4-BE49-F238E27FC236}">
                <a16:creationId xmlns:a16="http://schemas.microsoft.com/office/drawing/2014/main" id="{3E2B1E90-D46D-A0A4-F5F1-DC220BAAD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54dda1946d_4_2730:notes">
            <a:extLst>
              <a:ext uri="{FF2B5EF4-FFF2-40B4-BE49-F238E27FC236}">
                <a16:creationId xmlns:a16="http://schemas.microsoft.com/office/drawing/2014/main" id="{3FAB5242-507E-5F59-CAD3-A58181E92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580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>
          <a:extLst>
            <a:ext uri="{FF2B5EF4-FFF2-40B4-BE49-F238E27FC236}">
              <a16:creationId xmlns:a16="http://schemas.microsoft.com/office/drawing/2014/main" id="{12472E19-7A10-E748-A96E-50CC28ED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>
            <a:extLst>
              <a:ext uri="{FF2B5EF4-FFF2-40B4-BE49-F238E27FC236}">
                <a16:creationId xmlns:a16="http://schemas.microsoft.com/office/drawing/2014/main" id="{A9DD030F-7AD3-31E9-7B22-BD2B47940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>
            <a:extLst>
              <a:ext uri="{FF2B5EF4-FFF2-40B4-BE49-F238E27FC236}">
                <a16:creationId xmlns:a16="http://schemas.microsoft.com/office/drawing/2014/main" id="{1C431CE5-5410-5FD9-33F7-334462039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245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4FD33345-8D82-1D23-24DC-6E861BB5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0DCC69B3-DB6A-2BE5-78D5-2483FD16B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B1BE0A32-8036-0917-08CE-699983727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512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7B1CE987-5337-9FA0-BB7E-464B0F16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>
            <a:extLst>
              <a:ext uri="{FF2B5EF4-FFF2-40B4-BE49-F238E27FC236}">
                <a16:creationId xmlns:a16="http://schemas.microsoft.com/office/drawing/2014/main" id="{5E9904D1-F4A7-2814-5414-55CE5AE7F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>
            <a:extLst>
              <a:ext uri="{FF2B5EF4-FFF2-40B4-BE49-F238E27FC236}">
                <a16:creationId xmlns:a16="http://schemas.microsoft.com/office/drawing/2014/main" id="{D59F2AB4-0A05-D574-9740-A93A1C15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67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0492EC6B-FEB7-C00D-D753-90014ABC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6B8EF8B0-3B81-1782-A1C2-995E5C7FB8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9FE3A244-A597-B390-87D4-8AA773D1E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195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>
          <a:extLst>
            <a:ext uri="{FF2B5EF4-FFF2-40B4-BE49-F238E27FC236}">
              <a16:creationId xmlns:a16="http://schemas.microsoft.com/office/drawing/2014/main" id="{75A6C26E-8947-4BC9-1699-F2550295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>
            <a:extLst>
              <a:ext uri="{FF2B5EF4-FFF2-40B4-BE49-F238E27FC236}">
                <a16:creationId xmlns:a16="http://schemas.microsoft.com/office/drawing/2014/main" id="{24D5C4CA-1B38-48F0-8938-129642387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>
            <a:extLst>
              <a:ext uri="{FF2B5EF4-FFF2-40B4-BE49-F238E27FC236}">
                <a16:creationId xmlns:a16="http://schemas.microsoft.com/office/drawing/2014/main" id="{6427C272-E789-E340-87E3-3E70CD6F3B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513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B0C7C0B8-7B4A-C7B3-0AE0-16593553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DF1F8750-0CAB-512A-322D-9FCC46CF6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EA1AD9D0-DA36-565B-E940-4C11717AB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966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0B0EB23A-C3E3-F856-66BB-AF8ED53A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7A16FB3E-5205-CA33-72E6-ACB49A0CA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053ECCAB-E8F2-36AD-68ED-79B390582C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0296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BF4BF115-8A59-DDAD-D094-02196264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DD170569-217B-E5CC-684A-20E75F82C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068D9DBC-8476-C67D-8D39-FF027695C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050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8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subTitle" idx="2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8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18"/>
          <p:cNvSpPr txBox="1">
            <a:spLocks noGrp="1"/>
          </p:cNvSpPr>
          <p:nvPr>
            <p:ph type="subTitle" idx="4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8"/>
          <p:cNvSpPr txBox="1">
            <a:spLocks noGrp="1"/>
          </p:cNvSpPr>
          <p:nvPr>
            <p:ph type="subTitle" idx="5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subTitle" idx="6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7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8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subTitle" idx="9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7" name="Google Shape;547;p18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8" name="Google Shape;548;p18"/>
          <p:cNvSpPr txBox="1">
            <a:spLocks noGrp="1"/>
          </p:cNvSpPr>
          <p:nvPr>
            <p:ph type="subTitle" idx="14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subTitle" idx="15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0" name="Google Shape;550;p18"/>
          <p:cNvSpPr/>
          <p:nvPr/>
        </p:nvSpPr>
        <p:spPr>
          <a:xfrm rot="-3263452" flipH="1">
            <a:off x="7372110" y="40383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8"/>
          <p:cNvSpPr/>
          <p:nvPr/>
        </p:nvSpPr>
        <p:spPr>
          <a:xfrm rot="531647" flipH="1">
            <a:off x="-1621232" y="4095570"/>
            <a:ext cx="2581069" cy="208704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/>
          <p:nvPr/>
        </p:nvSpPr>
        <p:spPr>
          <a:xfrm rot="460658" flipH="1">
            <a:off x="7344116" y="-1448948"/>
            <a:ext cx="3053845" cy="246933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9" r:id="rId17"/>
    <p:sldLayoutId id="214748367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diagramData" Target="../diagrams/data4.xml"/><Relationship Id="rId26" Type="http://schemas.openxmlformats.org/officeDocument/2006/relationships/diagramColors" Target="../diagrams/colors5.xml"/><Relationship Id="rId3" Type="http://schemas.openxmlformats.org/officeDocument/2006/relationships/diagramData" Target="../diagrams/data1.xml"/><Relationship Id="rId21" Type="http://schemas.openxmlformats.org/officeDocument/2006/relationships/diagramColors" Target="../diagrams/colors4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5" Type="http://schemas.openxmlformats.org/officeDocument/2006/relationships/diagramQuickStyle" Target="../diagrams/quickStyle5.xml"/><Relationship Id="rId2" Type="http://schemas.openxmlformats.org/officeDocument/2006/relationships/notesSlide" Target="../notesSlides/notesSlide3.xml"/><Relationship Id="rId16" Type="http://schemas.openxmlformats.org/officeDocument/2006/relationships/diagramColors" Target="../diagrams/colors3.xml"/><Relationship Id="rId20" Type="http://schemas.openxmlformats.org/officeDocument/2006/relationships/diagramQuickStyle" Target="../diagrams/quickStyle4.xml"/><Relationship Id="rId29" Type="http://schemas.openxmlformats.org/officeDocument/2006/relationships/diagramLayout" Target="../diagrams/layout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24" Type="http://schemas.openxmlformats.org/officeDocument/2006/relationships/diagramLayout" Target="../diagrams/layout5.xml"/><Relationship Id="rId32" Type="http://schemas.microsoft.com/office/2007/relationships/diagramDrawing" Target="../diagrams/drawing6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23" Type="http://schemas.openxmlformats.org/officeDocument/2006/relationships/diagramData" Target="../diagrams/data5.xml"/><Relationship Id="rId28" Type="http://schemas.openxmlformats.org/officeDocument/2006/relationships/diagramData" Target="../diagrams/data6.xml"/><Relationship Id="rId10" Type="http://schemas.openxmlformats.org/officeDocument/2006/relationships/diagramQuickStyle" Target="../diagrams/quickStyle2.xml"/><Relationship Id="rId19" Type="http://schemas.openxmlformats.org/officeDocument/2006/relationships/diagramLayout" Target="../diagrams/layout4.xml"/><Relationship Id="rId31" Type="http://schemas.openxmlformats.org/officeDocument/2006/relationships/diagramColors" Target="../diagrams/colors6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Relationship Id="rId22" Type="http://schemas.microsoft.com/office/2007/relationships/diagramDrawing" Target="../diagrams/drawing4.xml"/><Relationship Id="rId27" Type="http://schemas.microsoft.com/office/2007/relationships/diagramDrawing" Target="../diagrams/drawing5.xml"/><Relationship Id="rId30" Type="http://schemas.openxmlformats.org/officeDocument/2006/relationships/diagramQuickStyle" Target="../diagrams/quickStyl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1003231" y="3019754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Môn : </a:t>
            </a:r>
            <a:r>
              <a:rPr lang="vi-VN" sz="2800" i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Introduction</a:t>
            </a:r>
            <a:r>
              <a:rPr lang="vi-VN" sz="2800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to </a:t>
            </a:r>
            <a:r>
              <a:rPr lang="vi-VN" sz="2800" i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Software</a:t>
            </a:r>
            <a:r>
              <a:rPr lang="vi-VN" sz="2800" i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vi-VN" sz="2800" i="1" dirty="0" err="1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Engineering</a:t>
            </a:r>
            <a:endParaRPr lang="vi-VN" sz="2800" i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487343" y="1425554"/>
            <a:ext cx="5087093" cy="16685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200" dirty="0"/>
              <a:t>ĐỒ ÁN: XÂY DỰNG ỨNG DỤNG QUẢN LÝ SINH VIÊN - STUDENT MANAGER APPLICATION</a:t>
            </a:r>
            <a:endParaRPr sz="32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0F7759F-4FD7-0B11-2829-6E44930AA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9095" cy="40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>
          <a:extLst>
            <a:ext uri="{FF2B5EF4-FFF2-40B4-BE49-F238E27FC236}">
              <a16:creationId xmlns:a16="http://schemas.microsoft.com/office/drawing/2014/main" id="{0586FD59-6B37-C031-E2D4-7C07D02E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">
            <a:extLst>
              <a:ext uri="{FF2B5EF4-FFF2-40B4-BE49-F238E27FC236}">
                <a16:creationId xmlns:a16="http://schemas.microsoft.com/office/drawing/2014/main" id="{E4B7CE35-0191-7CDF-AE5F-EB065B841C5A}"/>
              </a:ext>
            </a:extLst>
          </p:cNvPr>
          <p:cNvSpPr/>
          <p:nvPr/>
        </p:nvSpPr>
        <p:spPr>
          <a:xfrm>
            <a:off x="582618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38">
            <a:extLst>
              <a:ext uri="{FF2B5EF4-FFF2-40B4-BE49-F238E27FC236}">
                <a16:creationId xmlns:a16="http://schemas.microsoft.com/office/drawing/2014/main" id="{EF033CF1-2AAB-9C6E-38C5-4F7B722CEA20}"/>
              </a:ext>
            </a:extLst>
          </p:cNvPr>
          <p:cNvSpPr/>
          <p:nvPr/>
        </p:nvSpPr>
        <p:spPr>
          <a:xfrm>
            <a:off x="8212043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7" name="Google Shape;1177;p38">
            <a:extLst>
              <a:ext uri="{FF2B5EF4-FFF2-40B4-BE49-F238E27FC236}">
                <a16:creationId xmlns:a16="http://schemas.microsoft.com/office/drawing/2014/main" id="{3B2BF01B-BD41-FF0C-2F53-A4280F405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87475" y="3412058"/>
            <a:ext cx="6169050" cy="519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/>
              <a:t>Lớp : CMU – SE 100 CIS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/>
              <a:t>Giảng viên hướng dẫn : Nguyễn Đăng Quang Huy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/>
              <a:t>Khoa Đào tạo Quốc Tế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/>
              <a:t>Đại học Duy Tân</a:t>
            </a:r>
            <a:endParaRPr sz="2000" dirty="0"/>
          </a:p>
        </p:txBody>
      </p:sp>
      <p:sp>
        <p:nvSpPr>
          <p:cNvPr id="1178" name="Google Shape;1178;p38">
            <a:extLst>
              <a:ext uri="{FF2B5EF4-FFF2-40B4-BE49-F238E27FC236}">
                <a16:creationId xmlns:a16="http://schemas.microsoft.com/office/drawing/2014/main" id="{23D3F4B8-38DC-DEC0-9F67-F2751D060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0403" y="2661679"/>
            <a:ext cx="3432105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Vũ Huỳnh Đan Lê</a:t>
            </a:r>
            <a:endParaRPr dirty="0"/>
          </a:p>
        </p:txBody>
      </p:sp>
      <p:sp>
        <p:nvSpPr>
          <p:cNvPr id="1179" name="Google Shape;1179;p38">
            <a:extLst>
              <a:ext uri="{FF2B5EF4-FFF2-40B4-BE49-F238E27FC236}">
                <a16:creationId xmlns:a16="http://schemas.microsoft.com/office/drawing/2014/main" id="{442DC5DE-8E6C-2BBE-B9FB-62727893662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776516" y="657688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Giới thiệu</a:t>
            </a:r>
            <a:endParaRPr dirty="0"/>
          </a:p>
        </p:txBody>
      </p:sp>
      <p:sp>
        <p:nvSpPr>
          <p:cNvPr id="1180" name="Google Shape;1180;p38">
            <a:extLst>
              <a:ext uri="{FF2B5EF4-FFF2-40B4-BE49-F238E27FC236}">
                <a16:creationId xmlns:a16="http://schemas.microsoft.com/office/drawing/2014/main" id="{8AF3C032-3625-D81D-4EC9-9C1792109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832618" y="1576696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dirty="0"/>
              <a:t>Thành viên :</a:t>
            </a:r>
            <a:endParaRPr sz="2400" dirty="0"/>
          </a:p>
        </p:txBody>
      </p:sp>
      <p:sp>
        <p:nvSpPr>
          <p:cNvPr id="1181" name="Google Shape;1181;p38">
            <a:extLst>
              <a:ext uri="{FF2B5EF4-FFF2-40B4-BE49-F238E27FC236}">
                <a16:creationId xmlns:a16="http://schemas.microsoft.com/office/drawing/2014/main" id="{C78E46BA-B547-D26E-41F0-8CE5A34B5276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954890" y="2661679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Hồ Quang Đông</a:t>
            </a:r>
            <a:endParaRPr dirty="0"/>
          </a:p>
        </p:txBody>
      </p:sp>
      <p:sp>
        <p:nvSpPr>
          <p:cNvPr id="1183" name="Google Shape;1183;p38">
            <a:extLst>
              <a:ext uri="{FF2B5EF4-FFF2-40B4-BE49-F238E27FC236}">
                <a16:creationId xmlns:a16="http://schemas.microsoft.com/office/drawing/2014/main" id="{CC6D2F3B-9FC3-6D63-2C83-3BAC5AE7CDB1}"/>
              </a:ext>
            </a:extLst>
          </p:cNvPr>
          <p:cNvSpPr/>
          <p:nvPr/>
        </p:nvSpPr>
        <p:spPr>
          <a:xfrm>
            <a:off x="713225" y="2195511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4" name="Google Shape;1184;p38">
            <a:extLst>
              <a:ext uri="{FF2B5EF4-FFF2-40B4-BE49-F238E27FC236}">
                <a16:creationId xmlns:a16="http://schemas.microsoft.com/office/drawing/2014/main" id="{30C47691-09D5-33EF-2ED3-7CD6A6549B20}"/>
              </a:ext>
            </a:extLst>
          </p:cNvPr>
          <p:cNvGrpSpPr/>
          <p:nvPr/>
        </p:nvGrpSpPr>
        <p:grpSpPr>
          <a:xfrm>
            <a:off x="541705" y="1421418"/>
            <a:ext cx="552408" cy="792759"/>
            <a:chOff x="10519314" y="4728596"/>
            <a:chExt cx="751780" cy="1078731"/>
          </a:xfrm>
        </p:grpSpPr>
        <p:grpSp>
          <p:nvGrpSpPr>
            <p:cNvPr id="1185" name="Google Shape;1185;p38">
              <a:extLst>
                <a:ext uri="{FF2B5EF4-FFF2-40B4-BE49-F238E27FC236}">
                  <a16:creationId xmlns:a16="http://schemas.microsoft.com/office/drawing/2014/main" id="{0E06021B-1F87-5E98-2097-BFC229EBF12A}"/>
                </a:ext>
              </a:extLst>
            </p:cNvPr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186" name="Google Shape;1186;p38">
                <a:extLst>
                  <a:ext uri="{FF2B5EF4-FFF2-40B4-BE49-F238E27FC236}">
                    <a16:creationId xmlns:a16="http://schemas.microsoft.com/office/drawing/2014/main" id="{55490D42-F881-995A-6A86-A7FB805CD838}"/>
                  </a:ext>
                </a:extLst>
              </p:cNvPr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187" name="Google Shape;1187;p38">
                  <a:extLst>
                    <a:ext uri="{FF2B5EF4-FFF2-40B4-BE49-F238E27FC236}">
                      <a16:creationId xmlns:a16="http://schemas.microsoft.com/office/drawing/2014/main" id="{CC7E50CD-7A15-84CB-832C-D640E9ADA3E6}"/>
                    </a:ext>
                  </a:extLst>
                </p:cNvPr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38">
                  <a:extLst>
                    <a:ext uri="{FF2B5EF4-FFF2-40B4-BE49-F238E27FC236}">
                      <a16:creationId xmlns:a16="http://schemas.microsoft.com/office/drawing/2014/main" id="{A40C7942-D592-5F9D-357F-2A67DA0B62A4}"/>
                    </a:ext>
                  </a:extLst>
                </p:cNvPr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38">
                  <a:extLst>
                    <a:ext uri="{FF2B5EF4-FFF2-40B4-BE49-F238E27FC236}">
                      <a16:creationId xmlns:a16="http://schemas.microsoft.com/office/drawing/2014/main" id="{CD0309AF-1B18-ED01-B7D6-065DF7532BC1}"/>
                    </a:ext>
                  </a:extLst>
                </p:cNvPr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0" name="Google Shape;1190;p38">
                  <a:extLst>
                    <a:ext uri="{FF2B5EF4-FFF2-40B4-BE49-F238E27FC236}">
                      <a16:creationId xmlns:a16="http://schemas.microsoft.com/office/drawing/2014/main" id="{31C97752-BAF1-23B0-BBA4-38490CE37510}"/>
                    </a:ext>
                  </a:extLst>
                </p:cNvPr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191" name="Google Shape;1191;p38">
                    <a:extLst>
                      <a:ext uri="{FF2B5EF4-FFF2-40B4-BE49-F238E27FC236}">
                        <a16:creationId xmlns:a16="http://schemas.microsoft.com/office/drawing/2014/main" id="{170558C4-B6A1-914B-0163-1AF2810DF68E}"/>
                      </a:ext>
                    </a:extLst>
                  </p:cNvPr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2" name="Google Shape;1192;p38">
                    <a:extLst>
                      <a:ext uri="{FF2B5EF4-FFF2-40B4-BE49-F238E27FC236}">
                        <a16:creationId xmlns:a16="http://schemas.microsoft.com/office/drawing/2014/main" id="{B8946AA7-E9C3-31F2-C661-3ADED35364DA}"/>
                      </a:ext>
                    </a:extLst>
                  </p:cNvPr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3" name="Google Shape;1193;p38">
                    <a:extLst>
                      <a:ext uri="{FF2B5EF4-FFF2-40B4-BE49-F238E27FC236}">
                        <a16:creationId xmlns:a16="http://schemas.microsoft.com/office/drawing/2014/main" id="{3A831ACB-F6CD-53D8-3D58-C33230ECBA10}"/>
                      </a:ext>
                    </a:extLst>
                  </p:cNvPr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4" name="Google Shape;1194;p38">
                    <a:extLst>
                      <a:ext uri="{FF2B5EF4-FFF2-40B4-BE49-F238E27FC236}">
                        <a16:creationId xmlns:a16="http://schemas.microsoft.com/office/drawing/2014/main" id="{9210F591-A12C-DC6C-C058-B3561B5CFF00}"/>
                      </a:ext>
                    </a:extLst>
                  </p:cNvPr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95" name="Google Shape;1195;p38">
                <a:extLst>
                  <a:ext uri="{FF2B5EF4-FFF2-40B4-BE49-F238E27FC236}">
                    <a16:creationId xmlns:a16="http://schemas.microsoft.com/office/drawing/2014/main" id="{5175D1F9-6942-00AC-B9F0-4EC9C4E715CB}"/>
                  </a:ext>
                </a:extLst>
              </p:cNvPr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196" name="Google Shape;1196;p38">
                  <a:extLst>
                    <a:ext uri="{FF2B5EF4-FFF2-40B4-BE49-F238E27FC236}">
                      <a16:creationId xmlns:a16="http://schemas.microsoft.com/office/drawing/2014/main" id="{BD297EB4-FC36-A676-0C3C-BFBC669489D3}"/>
                    </a:ext>
                  </a:extLst>
                </p:cNvPr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38">
                  <a:extLst>
                    <a:ext uri="{FF2B5EF4-FFF2-40B4-BE49-F238E27FC236}">
                      <a16:creationId xmlns:a16="http://schemas.microsoft.com/office/drawing/2014/main" id="{2A2892EC-9FFA-999B-E2A3-9CEA92B0C590}"/>
                    </a:ext>
                  </a:extLst>
                </p:cNvPr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8" name="Google Shape;1198;p38">
                  <a:extLst>
                    <a:ext uri="{FF2B5EF4-FFF2-40B4-BE49-F238E27FC236}">
                      <a16:creationId xmlns:a16="http://schemas.microsoft.com/office/drawing/2014/main" id="{B23B5658-3BE6-B0E2-8090-2779F72E6029}"/>
                    </a:ext>
                  </a:extLst>
                </p:cNvPr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199" name="Google Shape;1199;p38">
                    <a:extLst>
                      <a:ext uri="{FF2B5EF4-FFF2-40B4-BE49-F238E27FC236}">
                        <a16:creationId xmlns:a16="http://schemas.microsoft.com/office/drawing/2014/main" id="{5EC27DC0-7F78-C6ED-2B92-2209272D9CD4}"/>
                      </a:ext>
                    </a:extLst>
                  </p:cNvPr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0" name="Google Shape;1200;p38">
                    <a:extLst>
                      <a:ext uri="{FF2B5EF4-FFF2-40B4-BE49-F238E27FC236}">
                        <a16:creationId xmlns:a16="http://schemas.microsoft.com/office/drawing/2014/main" id="{6B39B4CB-9E6F-ED8E-79E0-DE87851471C0}"/>
                      </a:ext>
                    </a:extLst>
                  </p:cNvPr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01" name="Google Shape;1201;p38">
                  <a:extLst>
                    <a:ext uri="{FF2B5EF4-FFF2-40B4-BE49-F238E27FC236}">
                      <a16:creationId xmlns:a16="http://schemas.microsoft.com/office/drawing/2014/main" id="{B05E7983-B32D-C6E0-9176-F2D671B007D3}"/>
                    </a:ext>
                  </a:extLst>
                </p:cNvPr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202" name="Google Shape;1202;p38">
                    <a:extLst>
                      <a:ext uri="{FF2B5EF4-FFF2-40B4-BE49-F238E27FC236}">
                        <a16:creationId xmlns:a16="http://schemas.microsoft.com/office/drawing/2014/main" id="{FB1B5FF0-A31E-0A7C-63E7-D4EF81706E8E}"/>
                      </a:ext>
                    </a:extLst>
                  </p:cNvPr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3" name="Google Shape;1203;p38">
                    <a:extLst>
                      <a:ext uri="{FF2B5EF4-FFF2-40B4-BE49-F238E27FC236}">
                        <a16:creationId xmlns:a16="http://schemas.microsoft.com/office/drawing/2014/main" id="{5C00C200-9D71-0FD5-B55E-FEDD538D32D2}"/>
                      </a:ext>
                    </a:extLst>
                  </p:cNvPr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04" name="Google Shape;1204;p38">
                <a:extLst>
                  <a:ext uri="{FF2B5EF4-FFF2-40B4-BE49-F238E27FC236}">
                    <a16:creationId xmlns:a16="http://schemas.microsoft.com/office/drawing/2014/main" id="{DE7B1790-8A0E-613F-27F2-20E5CFF76978}"/>
                  </a:ext>
                </a:extLst>
              </p:cNvPr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205" name="Google Shape;1205;p38">
                  <a:extLst>
                    <a:ext uri="{FF2B5EF4-FFF2-40B4-BE49-F238E27FC236}">
                      <a16:creationId xmlns:a16="http://schemas.microsoft.com/office/drawing/2014/main" id="{00930F8D-449A-366A-3B2D-339C8B7657E5}"/>
                    </a:ext>
                  </a:extLst>
                </p:cNvPr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38">
                  <a:extLst>
                    <a:ext uri="{FF2B5EF4-FFF2-40B4-BE49-F238E27FC236}">
                      <a16:creationId xmlns:a16="http://schemas.microsoft.com/office/drawing/2014/main" id="{C1BFE358-15C2-C4C8-6B58-66439C239861}"/>
                    </a:ext>
                  </a:extLst>
                </p:cNvPr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07" name="Google Shape;1207;p38">
                  <a:extLst>
                    <a:ext uri="{FF2B5EF4-FFF2-40B4-BE49-F238E27FC236}">
                      <a16:creationId xmlns:a16="http://schemas.microsoft.com/office/drawing/2014/main" id="{1DE70C3C-6A4C-03E9-783C-CF637249552A}"/>
                    </a:ext>
                  </a:extLst>
                </p:cNvPr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208" name="Google Shape;1208;p38">
                    <a:extLst>
                      <a:ext uri="{FF2B5EF4-FFF2-40B4-BE49-F238E27FC236}">
                        <a16:creationId xmlns:a16="http://schemas.microsoft.com/office/drawing/2014/main" id="{6B47CF73-C0C0-B8E9-3596-FB8415E416BD}"/>
                      </a:ext>
                    </a:extLst>
                  </p:cNvPr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9" name="Google Shape;1209;p38">
                    <a:extLst>
                      <a:ext uri="{FF2B5EF4-FFF2-40B4-BE49-F238E27FC236}">
                        <a16:creationId xmlns:a16="http://schemas.microsoft.com/office/drawing/2014/main" id="{82ABA3B8-BA13-63B5-9476-AE53D8BB24E0}"/>
                      </a:ext>
                    </a:extLst>
                  </p:cNvPr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10" name="Google Shape;1210;p38">
                  <a:extLst>
                    <a:ext uri="{FF2B5EF4-FFF2-40B4-BE49-F238E27FC236}">
                      <a16:creationId xmlns:a16="http://schemas.microsoft.com/office/drawing/2014/main" id="{F2DB4BBB-68F5-6C2D-BBD6-D8764822DE1A}"/>
                    </a:ext>
                  </a:extLst>
                </p:cNvPr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211" name="Google Shape;1211;p38">
                    <a:extLst>
                      <a:ext uri="{FF2B5EF4-FFF2-40B4-BE49-F238E27FC236}">
                        <a16:creationId xmlns:a16="http://schemas.microsoft.com/office/drawing/2014/main" id="{CEE80C03-1C50-666B-C1D6-DFE4EC385FC9}"/>
                      </a:ext>
                    </a:extLst>
                  </p:cNvPr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2" name="Google Shape;1212;p38">
                    <a:extLst>
                      <a:ext uri="{FF2B5EF4-FFF2-40B4-BE49-F238E27FC236}">
                        <a16:creationId xmlns:a16="http://schemas.microsoft.com/office/drawing/2014/main" id="{F46C8E16-1D1B-6EEB-6864-CA29B6B24162}"/>
                      </a:ext>
                    </a:extLst>
                  </p:cNvPr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213" name="Google Shape;1213;p38">
              <a:extLst>
                <a:ext uri="{FF2B5EF4-FFF2-40B4-BE49-F238E27FC236}">
                  <a16:creationId xmlns:a16="http://schemas.microsoft.com/office/drawing/2014/main" id="{DCBB37C3-08D2-E1BB-594F-0D34D4237D1F}"/>
                </a:ext>
              </a:extLst>
            </p:cNvPr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214" name="Google Shape;1214;p38">
                <a:extLst>
                  <a:ext uri="{FF2B5EF4-FFF2-40B4-BE49-F238E27FC236}">
                    <a16:creationId xmlns:a16="http://schemas.microsoft.com/office/drawing/2014/main" id="{A48AE406-2B14-0D7C-9957-3D23D27DBB2E}"/>
                  </a:ext>
                </a:extLst>
              </p:cNvPr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38">
                <a:extLst>
                  <a:ext uri="{FF2B5EF4-FFF2-40B4-BE49-F238E27FC236}">
                    <a16:creationId xmlns:a16="http://schemas.microsoft.com/office/drawing/2014/main" id="{F90D2EF9-1A05-9D83-2BE8-3B53627F86ED}"/>
                  </a:ext>
                </a:extLst>
              </p:cNvPr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38">
            <a:extLst>
              <a:ext uri="{FF2B5EF4-FFF2-40B4-BE49-F238E27FC236}">
                <a16:creationId xmlns:a16="http://schemas.microsoft.com/office/drawing/2014/main" id="{2DD59499-C3E9-0837-3A12-3BA8E82F3F7F}"/>
              </a:ext>
            </a:extLst>
          </p:cNvPr>
          <p:cNvGrpSpPr/>
          <p:nvPr/>
        </p:nvGrpSpPr>
        <p:grpSpPr>
          <a:xfrm>
            <a:off x="580759" y="539494"/>
            <a:ext cx="426307" cy="643642"/>
            <a:chOff x="10572463" y="3528536"/>
            <a:chExt cx="580168" cy="875823"/>
          </a:xfrm>
        </p:grpSpPr>
        <p:grpSp>
          <p:nvGrpSpPr>
            <p:cNvPr id="1217" name="Google Shape;1217;p38">
              <a:extLst>
                <a:ext uri="{FF2B5EF4-FFF2-40B4-BE49-F238E27FC236}">
                  <a16:creationId xmlns:a16="http://schemas.microsoft.com/office/drawing/2014/main" id="{CE4EB97B-7118-7208-9AA4-BFF0833A946E}"/>
                </a:ext>
              </a:extLst>
            </p:cNvPr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218" name="Google Shape;1218;p38">
                <a:extLst>
                  <a:ext uri="{FF2B5EF4-FFF2-40B4-BE49-F238E27FC236}">
                    <a16:creationId xmlns:a16="http://schemas.microsoft.com/office/drawing/2014/main" id="{4B23B080-A49A-2786-C4BA-9552CC61623C}"/>
                  </a:ext>
                </a:extLst>
              </p:cNvPr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9" name="Google Shape;1219;p38">
                <a:extLst>
                  <a:ext uri="{FF2B5EF4-FFF2-40B4-BE49-F238E27FC236}">
                    <a16:creationId xmlns:a16="http://schemas.microsoft.com/office/drawing/2014/main" id="{8DDD7CDA-256E-F0BB-9EF1-81105EF5855E}"/>
                  </a:ext>
                </a:extLst>
              </p:cNvPr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220" name="Google Shape;1220;p38">
                  <a:extLst>
                    <a:ext uri="{FF2B5EF4-FFF2-40B4-BE49-F238E27FC236}">
                      <a16:creationId xmlns:a16="http://schemas.microsoft.com/office/drawing/2014/main" id="{C411B0B2-4C59-E824-3A41-03A4A2EF64BE}"/>
                    </a:ext>
                  </a:extLst>
                </p:cNvPr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38">
                  <a:extLst>
                    <a:ext uri="{FF2B5EF4-FFF2-40B4-BE49-F238E27FC236}">
                      <a16:creationId xmlns:a16="http://schemas.microsoft.com/office/drawing/2014/main" id="{79B0137F-25DF-5601-64ED-8C940B853D83}"/>
                    </a:ext>
                  </a:extLst>
                </p:cNvPr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38">
                  <a:extLst>
                    <a:ext uri="{FF2B5EF4-FFF2-40B4-BE49-F238E27FC236}">
                      <a16:creationId xmlns:a16="http://schemas.microsoft.com/office/drawing/2014/main" id="{F7B6E93C-E497-C32B-298D-992648A0F195}"/>
                    </a:ext>
                  </a:extLst>
                </p:cNvPr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38">
                  <a:extLst>
                    <a:ext uri="{FF2B5EF4-FFF2-40B4-BE49-F238E27FC236}">
                      <a16:creationId xmlns:a16="http://schemas.microsoft.com/office/drawing/2014/main" id="{6E2ACABC-9395-DA10-5252-F60A34E490BD}"/>
                    </a:ext>
                  </a:extLst>
                </p:cNvPr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38">
                  <a:extLst>
                    <a:ext uri="{FF2B5EF4-FFF2-40B4-BE49-F238E27FC236}">
                      <a16:creationId xmlns:a16="http://schemas.microsoft.com/office/drawing/2014/main" id="{E9E1F901-0F26-78C5-F138-EFF9F38F1850}"/>
                    </a:ext>
                  </a:extLst>
                </p:cNvPr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38">
                  <a:extLst>
                    <a:ext uri="{FF2B5EF4-FFF2-40B4-BE49-F238E27FC236}">
                      <a16:creationId xmlns:a16="http://schemas.microsoft.com/office/drawing/2014/main" id="{BCF32FED-D35E-6992-40C5-0A3970C445B5}"/>
                    </a:ext>
                  </a:extLst>
                </p:cNvPr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6" name="Google Shape;1226;p38">
                <a:extLst>
                  <a:ext uri="{FF2B5EF4-FFF2-40B4-BE49-F238E27FC236}">
                    <a16:creationId xmlns:a16="http://schemas.microsoft.com/office/drawing/2014/main" id="{09EB98AC-D6C3-AD03-EE91-AD985532F53A}"/>
                  </a:ext>
                </a:extLst>
              </p:cNvPr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227" name="Google Shape;1227;p38">
                  <a:extLst>
                    <a:ext uri="{FF2B5EF4-FFF2-40B4-BE49-F238E27FC236}">
                      <a16:creationId xmlns:a16="http://schemas.microsoft.com/office/drawing/2014/main" id="{E1CE44CD-0072-0FD8-6A61-42D50FBBADDC}"/>
                    </a:ext>
                  </a:extLst>
                </p:cNvPr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38">
                  <a:extLst>
                    <a:ext uri="{FF2B5EF4-FFF2-40B4-BE49-F238E27FC236}">
                      <a16:creationId xmlns:a16="http://schemas.microsoft.com/office/drawing/2014/main" id="{69454FD6-257A-F91E-5AF7-E0E686B65EA5}"/>
                    </a:ext>
                  </a:extLst>
                </p:cNvPr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38">
                  <a:extLst>
                    <a:ext uri="{FF2B5EF4-FFF2-40B4-BE49-F238E27FC236}">
                      <a16:creationId xmlns:a16="http://schemas.microsoft.com/office/drawing/2014/main" id="{1913B372-FF77-7E38-B91B-68D7A83A8E96}"/>
                    </a:ext>
                  </a:extLst>
                </p:cNvPr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8">
                  <a:extLst>
                    <a:ext uri="{FF2B5EF4-FFF2-40B4-BE49-F238E27FC236}">
                      <a16:creationId xmlns:a16="http://schemas.microsoft.com/office/drawing/2014/main" id="{15016408-1E45-8109-E200-319B3C5A5AFC}"/>
                    </a:ext>
                  </a:extLst>
                </p:cNvPr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1" name="Google Shape;1231;p38">
                <a:extLst>
                  <a:ext uri="{FF2B5EF4-FFF2-40B4-BE49-F238E27FC236}">
                    <a16:creationId xmlns:a16="http://schemas.microsoft.com/office/drawing/2014/main" id="{85C7C8AD-073A-55CC-B070-EDC891CC2B83}"/>
                  </a:ext>
                </a:extLst>
              </p:cNvPr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38">
              <a:extLst>
                <a:ext uri="{FF2B5EF4-FFF2-40B4-BE49-F238E27FC236}">
                  <a16:creationId xmlns:a16="http://schemas.microsoft.com/office/drawing/2014/main" id="{95EB2786-7403-B6F0-6FD6-E62E5B7D0670}"/>
                </a:ext>
              </a:extLst>
            </p:cNvPr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233" name="Google Shape;1233;p38">
                <a:extLst>
                  <a:ext uri="{FF2B5EF4-FFF2-40B4-BE49-F238E27FC236}">
                    <a16:creationId xmlns:a16="http://schemas.microsoft.com/office/drawing/2014/main" id="{35708219-D739-E54D-3D3A-7E8102462186}"/>
                  </a:ext>
                </a:extLst>
              </p:cNvPr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38">
                <a:extLst>
                  <a:ext uri="{FF2B5EF4-FFF2-40B4-BE49-F238E27FC236}">
                    <a16:creationId xmlns:a16="http://schemas.microsoft.com/office/drawing/2014/main" id="{A828C470-25CD-6A9B-6C9F-918BA91E5A86}"/>
                  </a:ext>
                </a:extLst>
              </p:cNvPr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235" name="Google Shape;1235;p38">
                  <a:extLst>
                    <a:ext uri="{FF2B5EF4-FFF2-40B4-BE49-F238E27FC236}">
                      <a16:creationId xmlns:a16="http://schemas.microsoft.com/office/drawing/2014/main" id="{7BACEFD8-9CF5-5B11-AC88-70F3E0C66EF7}"/>
                    </a:ext>
                  </a:extLst>
                </p:cNvPr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8">
                  <a:extLst>
                    <a:ext uri="{FF2B5EF4-FFF2-40B4-BE49-F238E27FC236}">
                      <a16:creationId xmlns:a16="http://schemas.microsoft.com/office/drawing/2014/main" id="{7A9A7A89-967A-1182-30ED-159EBFB626D8}"/>
                    </a:ext>
                  </a:extLst>
                </p:cNvPr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8">
                  <a:extLst>
                    <a:ext uri="{FF2B5EF4-FFF2-40B4-BE49-F238E27FC236}">
                      <a16:creationId xmlns:a16="http://schemas.microsoft.com/office/drawing/2014/main" id="{7A07CE6B-1A00-6984-E092-F928ED472DEC}"/>
                    </a:ext>
                  </a:extLst>
                </p:cNvPr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8">
                  <a:extLst>
                    <a:ext uri="{FF2B5EF4-FFF2-40B4-BE49-F238E27FC236}">
                      <a16:creationId xmlns:a16="http://schemas.microsoft.com/office/drawing/2014/main" id="{65848B16-2C7D-34B9-6105-2083F010E4F6}"/>
                    </a:ext>
                  </a:extLst>
                </p:cNvPr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8">
                  <a:extLst>
                    <a:ext uri="{FF2B5EF4-FFF2-40B4-BE49-F238E27FC236}">
                      <a16:creationId xmlns:a16="http://schemas.microsoft.com/office/drawing/2014/main" id="{16560E46-78A0-B205-26EE-08C428E9D51C}"/>
                    </a:ext>
                  </a:extLst>
                </p:cNvPr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8">
                  <a:extLst>
                    <a:ext uri="{FF2B5EF4-FFF2-40B4-BE49-F238E27FC236}">
                      <a16:creationId xmlns:a16="http://schemas.microsoft.com/office/drawing/2014/main" id="{6BBC4A7E-0885-9F92-FC4E-315DB0A11289}"/>
                    </a:ext>
                  </a:extLst>
                </p:cNvPr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38">
                <a:extLst>
                  <a:ext uri="{FF2B5EF4-FFF2-40B4-BE49-F238E27FC236}">
                    <a16:creationId xmlns:a16="http://schemas.microsoft.com/office/drawing/2014/main" id="{4CB84AC8-A96E-E7D5-AA7C-0D97392139A5}"/>
                  </a:ext>
                </a:extLst>
              </p:cNvPr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42" name="Google Shape;1242;p38">
                  <a:extLst>
                    <a:ext uri="{FF2B5EF4-FFF2-40B4-BE49-F238E27FC236}">
                      <a16:creationId xmlns:a16="http://schemas.microsoft.com/office/drawing/2014/main" id="{E45C1B03-5A00-AA70-A715-144B61DA61EA}"/>
                    </a:ext>
                  </a:extLst>
                </p:cNvPr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8">
                  <a:extLst>
                    <a:ext uri="{FF2B5EF4-FFF2-40B4-BE49-F238E27FC236}">
                      <a16:creationId xmlns:a16="http://schemas.microsoft.com/office/drawing/2014/main" id="{F6B9111E-C2AB-E9D8-112C-E6F9FCE7AEA8}"/>
                    </a:ext>
                  </a:extLst>
                </p:cNvPr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8">
                  <a:extLst>
                    <a:ext uri="{FF2B5EF4-FFF2-40B4-BE49-F238E27FC236}">
                      <a16:creationId xmlns:a16="http://schemas.microsoft.com/office/drawing/2014/main" id="{D14EC1D2-BF82-53C8-0BC2-A2C7EB7BAF13}"/>
                    </a:ext>
                  </a:extLst>
                </p:cNvPr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38">
                  <a:extLst>
                    <a:ext uri="{FF2B5EF4-FFF2-40B4-BE49-F238E27FC236}">
                      <a16:creationId xmlns:a16="http://schemas.microsoft.com/office/drawing/2014/main" id="{AAE9D57C-0710-B71B-602E-6E08BD30A0D6}"/>
                    </a:ext>
                  </a:extLst>
                </p:cNvPr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46" name="Google Shape;1246;p38">
                <a:extLst>
                  <a:ext uri="{FF2B5EF4-FFF2-40B4-BE49-F238E27FC236}">
                    <a16:creationId xmlns:a16="http://schemas.microsoft.com/office/drawing/2014/main" id="{BF94B7FE-AD1E-87FC-7A80-65895360B1D4}"/>
                  </a:ext>
                </a:extLst>
              </p:cNvPr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7" name="Google Shape;1247;p38">
            <a:extLst>
              <a:ext uri="{FF2B5EF4-FFF2-40B4-BE49-F238E27FC236}">
                <a16:creationId xmlns:a16="http://schemas.microsoft.com/office/drawing/2014/main" id="{15C740E1-BD29-411C-C6DC-1A82CD73632E}"/>
              </a:ext>
            </a:extLst>
          </p:cNvPr>
          <p:cNvGrpSpPr/>
          <p:nvPr/>
        </p:nvGrpSpPr>
        <p:grpSpPr>
          <a:xfrm>
            <a:off x="755174" y="1181737"/>
            <a:ext cx="18197" cy="243247"/>
            <a:chOff x="10809827" y="4402455"/>
            <a:chExt cx="24764" cy="330993"/>
          </a:xfrm>
        </p:grpSpPr>
        <p:sp>
          <p:nvSpPr>
            <p:cNvPr id="1248" name="Google Shape;1248;p38">
              <a:extLst>
                <a:ext uri="{FF2B5EF4-FFF2-40B4-BE49-F238E27FC236}">
                  <a16:creationId xmlns:a16="http://schemas.microsoft.com/office/drawing/2014/main" id="{F25F1BB9-F429-1530-AA23-9B03B2DBF5EE}"/>
                </a:ext>
              </a:extLst>
            </p:cNvPr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>
              <a:extLst>
                <a:ext uri="{FF2B5EF4-FFF2-40B4-BE49-F238E27FC236}">
                  <a16:creationId xmlns:a16="http://schemas.microsoft.com/office/drawing/2014/main" id="{8EA234E1-FF7F-51DF-8843-85136914092D}"/>
                </a:ext>
              </a:extLst>
            </p:cNvPr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>
              <a:extLst>
                <a:ext uri="{FF2B5EF4-FFF2-40B4-BE49-F238E27FC236}">
                  <a16:creationId xmlns:a16="http://schemas.microsoft.com/office/drawing/2014/main" id="{F3B52E46-4F7C-ACBE-65E0-AB623C9D0DA1}"/>
                </a:ext>
              </a:extLst>
            </p:cNvPr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38">
            <a:extLst>
              <a:ext uri="{FF2B5EF4-FFF2-40B4-BE49-F238E27FC236}">
                <a16:creationId xmlns:a16="http://schemas.microsoft.com/office/drawing/2014/main" id="{49A8D92B-7A67-C42C-69E9-8E560228CF71}"/>
              </a:ext>
            </a:extLst>
          </p:cNvPr>
          <p:cNvGrpSpPr/>
          <p:nvPr/>
        </p:nvGrpSpPr>
        <p:grpSpPr>
          <a:xfrm>
            <a:off x="7595314" y="1536380"/>
            <a:ext cx="363177" cy="451073"/>
            <a:chOff x="7385113" y="1535430"/>
            <a:chExt cx="435673" cy="541115"/>
          </a:xfrm>
        </p:grpSpPr>
        <p:sp>
          <p:nvSpPr>
            <p:cNvPr id="1252" name="Google Shape;1252;p38">
              <a:extLst>
                <a:ext uri="{FF2B5EF4-FFF2-40B4-BE49-F238E27FC236}">
                  <a16:creationId xmlns:a16="http://schemas.microsoft.com/office/drawing/2014/main" id="{FB0D1087-8102-4621-8386-46A164333425}"/>
                </a:ext>
              </a:extLst>
            </p:cNvPr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3" name="Google Shape;1253;p38">
              <a:extLst>
                <a:ext uri="{FF2B5EF4-FFF2-40B4-BE49-F238E27FC236}">
                  <a16:creationId xmlns:a16="http://schemas.microsoft.com/office/drawing/2014/main" id="{B20695AD-AA26-7685-7C6D-A0A8D6EFEB8F}"/>
                </a:ext>
              </a:extLst>
            </p:cNvPr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254" name="Google Shape;1254;p38">
                <a:extLst>
                  <a:ext uri="{FF2B5EF4-FFF2-40B4-BE49-F238E27FC236}">
                    <a16:creationId xmlns:a16="http://schemas.microsoft.com/office/drawing/2014/main" id="{0648F1CC-70DD-1173-DCAC-CA28EB715544}"/>
                  </a:ext>
                </a:extLst>
              </p:cNvPr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38">
                <a:extLst>
                  <a:ext uri="{FF2B5EF4-FFF2-40B4-BE49-F238E27FC236}">
                    <a16:creationId xmlns:a16="http://schemas.microsoft.com/office/drawing/2014/main" id="{96AA6C05-9840-CABE-EA5E-DD213A8FF826}"/>
                  </a:ext>
                </a:extLst>
              </p:cNvPr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38">
                <a:extLst>
                  <a:ext uri="{FF2B5EF4-FFF2-40B4-BE49-F238E27FC236}">
                    <a16:creationId xmlns:a16="http://schemas.microsoft.com/office/drawing/2014/main" id="{07893753-2C04-6542-CA60-4416FF52F6B7}"/>
                  </a:ext>
                </a:extLst>
              </p:cNvPr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7" name="Google Shape;1257;p38">
            <a:extLst>
              <a:ext uri="{FF2B5EF4-FFF2-40B4-BE49-F238E27FC236}">
                <a16:creationId xmlns:a16="http://schemas.microsoft.com/office/drawing/2014/main" id="{23468BAB-884C-A5B0-04D5-DB6EE4E86A1B}"/>
              </a:ext>
            </a:extLst>
          </p:cNvPr>
          <p:cNvGrpSpPr/>
          <p:nvPr/>
        </p:nvGrpSpPr>
        <p:grpSpPr>
          <a:xfrm>
            <a:off x="7624772" y="1623323"/>
            <a:ext cx="299338" cy="313076"/>
            <a:chOff x="7420451" y="1639728"/>
            <a:chExt cx="359091" cy="375571"/>
          </a:xfrm>
        </p:grpSpPr>
        <p:sp>
          <p:nvSpPr>
            <p:cNvPr id="1258" name="Google Shape;1258;p38">
              <a:extLst>
                <a:ext uri="{FF2B5EF4-FFF2-40B4-BE49-F238E27FC236}">
                  <a16:creationId xmlns:a16="http://schemas.microsoft.com/office/drawing/2014/main" id="{8B087E94-CCEE-044B-C554-237F69D4197D}"/>
                </a:ext>
              </a:extLst>
            </p:cNvPr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8">
              <a:extLst>
                <a:ext uri="{FF2B5EF4-FFF2-40B4-BE49-F238E27FC236}">
                  <a16:creationId xmlns:a16="http://schemas.microsoft.com/office/drawing/2014/main" id="{4450856F-2018-D0AB-0182-A7708261EE1E}"/>
                </a:ext>
              </a:extLst>
            </p:cNvPr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0" name="Google Shape;1260;p38">
            <a:extLst>
              <a:ext uri="{FF2B5EF4-FFF2-40B4-BE49-F238E27FC236}">
                <a16:creationId xmlns:a16="http://schemas.microsoft.com/office/drawing/2014/main" id="{480BEB56-DDD1-F9CE-412E-E4C509FBFBA9}"/>
              </a:ext>
            </a:extLst>
          </p:cNvPr>
          <p:cNvGrpSpPr/>
          <p:nvPr/>
        </p:nvGrpSpPr>
        <p:grpSpPr>
          <a:xfrm>
            <a:off x="8216550" y="1526835"/>
            <a:ext cx="396068" cy="717683"/>
            <a:chOff x="1945386" y="5582316"/>
            <a:chExt cx="470725" cy="852963"/>
          </a:xfrm>
        </p:grpSpPr>
        <p:grpSp>
          <p:nvGrpSpPr>
            <p:cNvPr id="1261" name="Google Shape;1261;p38">
              <a:extLst>
                <a:ext uri="{FF2B5EF4-FFF2-40B4-BE49-F238E27FC236}">
                  <a16:creationId xmlns:a16="http://schemas.microsoft.com/office/drawing/2014/main" id="{C4125480-79A2-1DD0-3E6B-540448BECEB0}"/>
                </a:ext>
              </a:extLst>
            </p:cNvPr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262" name="Google Shape;1262;p38">
                <a:extLst>
                  <a:ext uri="{FF2B5EF4-FFF2-40B4-BE49-F238E27FC236}">
                    <a16:creationId xmlns:a16="http://schemas.microsoft.com/office/drawing/2014/main" id="{867D0A14-0AD0-BA7E-37FD-BAD691194799}"/>
                  </a:ext>
                </a:extLst>
              </p:cNvPr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38">
                <a:extLst>
                  <a:ext uri="{FF2B5EF4-FFF2-40B4-BE49-F238E27FC236}">
                    <a16:creationId xmlns:a16="http://schemas.microsoft.com/office/drawing/2014/main" id="{D0301EF0-18A0-823B-FE54-D4CB69716017}"/>
                  </a:ext>
                </a:extLst>
              </p:cNvPr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4" name="Google Shape;1264;p38">
              <a:extLst>
                <a:ext uri="{FF2B5EF4-FFF2-40B4-BE49-F238E27FC236}">
                  <a16:creationId xmlns:a16="http://schemas.microsoft.com/office/drawing/2014/main" id="{C6BF21C5-5D2F-4D55-D79F-8913866FB4D1}"/>
                </a:ext>
              </a:extLst>
            </p:cNvPr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38">
            <a:extLst>
              <a:ext uri="{FF2B5EF4-FFF2-40B4-BE49-F238E27FC236}">
                <a16:creationId xmlns:a16="http://schemas.microsoft.com/office/drawing/2014/main" id="{3C3C770A-574A-C104-2363-4AAF14AD2FF6}"/>
              </a:ext>
            </a:extLst>
          </p:cNvPr>
          <p:cNvGrpSpPr/>
          <p:nvPr/>
        </p:nvGrpSpPr>
        <p:grpSpPr>
          <a:xfrm>
            <a:off x="7883601" y="539492"/>
            <a:ext cx="1061979" cy="558999"/>
            <a:chOff x="3859815" y="2867310"/>
            <a:chExt cx="1262157" cy="664368"/>
          </a:xfrm>
        </p:grpSpPr>
        <p:sp>
          <p:nvSpPr>
            <p:cNvPr id="1266" name="Google Shape;1266;p38">
              <a:extLst>
                <a:ext uri="{FF2B5EF4-FFF2-40B4-BE49-F238E27FC236}">
                  <a16:creationId xmlns:a16="http://schemas.microsoft.com/office/drawing/2014/main" id="{EC8D2276-042F-076F-6D19-A3002B557AC1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38">
              <a:extLst>
                <a:ext uri="{FF2B5EF4-FFF2-40B4-BE49-F238E27FC236}">
                  <a16:creationId xmlns:a16="http://schemas.microsoft.com/office/drawing/2014/main" id="{D75784D6-4A58-5F5A-33B1-07C57B21A80A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68" name="Google Shape;1268;p38">
                <a:extLst>
                  <a:ext uri="{FF2B5EF4-FFF2-40B4-BE49-F238E27FC236}">
                    <a16:creationId xmlns:a16="http://schemas.microsoft.com/office/drawing/2014/main" id="{A2E95FB9-9787-1C24-2D30-79F10F928E87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69" name="Google Shape;1269;p38">
                  <a:extLst>
                    <a:ext uri="{FF2B5EF4-FFF2-40B4-BE49-F238E27FC236}">
                      <a16:creationId xmlns:a16="http://schemas.microsoft.com/office/drawing/2014/main" id="{05732369-D55B-6694-C191-1A0D6D42DA5E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70" name="Google Shape;1270;p38">
                    <a:extLst>
                      <a:ext uri="{FF2B5EF4-FFF2-40B4-BE49-F238E27FC236}">
                        <a16:creationId xmlns:a16="http://schemas.microsoft.com/office/drawing/2014/main" id="{A78A0473-8A8C-78FF-9399-F8D7ED54EA34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8">
                    <a:extLst>
                      <a:ext uri="{FF2B5EF4-FFF2-40B4-BE49-F238E27FC236}">
                        <a16:creationId xmlns:a16="http://schemas.microsoft.com/office/drawing/2014/main" id="{3746962D-413A-CC50-093D-00B15D3B0F46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38">
                  <a:extLst>
                    <a:ext uri="{FF2B5EF4-FFF2-40B4-BE49-F238E27FC236}">
                      <a16:creationId xmlns:a16="http://schemas.microsoft.com/office/drawing/2014/main" id="{E16CAF51-1809-4040-898E-A04987BBF2DC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73" name="Google Shape;1273;p38">
                    <a:extLst>
                      <a:ext uri="{FF2B5EF4-FFF2-40B4-BE49-F238E27FC236}">
                        <a16:creationId xmlns:a16="http://schemas.microsoft.com/office/drawing/2014/main" id="{70F06378-6DF2-E9BF-700E-475C72FBFCBC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38">
                    <a:extLst>
                      <a:ext uri="{FF2B5EF4-FFF2-40B4-BE49-F238E27FC236}">
                        <a16:creationId xmlns:a16="http://schemas.microsoft.com/office/drawing/2014/main" id="{3D46EEFB-7E5E-29F9-3A55-8C9B20E4C7FE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5" name="Google Shape;1275;p38">
                  <a:extLst>
                    <a:ext uri="{FF2B5EF4-FFF2-40B4-BE49-F238E27FC236}">
                      <a16:creationId xmlns:a16="http://schemas.microsoft.com/office/drawing/2014/main" id="{F4FE9C77-9CD9-AF5D-33A2-782E87EFCEE2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76" name="Google Shape;1276;p38">
                    <a:extLst>
                      <a:ext uri="{FF2B5EF4-FFF2-40B4-BE49-F238E27FC236}">
                        <a16:creationId xmlns:a16="http://schemas.microsoft.com/office/drawing/2014/main" id="{31ACADFE-A897-F20C-5937-A03A568F486A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38">
                    <a:extLst>
                      <a:ext uri="{FF2B5EF4-FFF2-40B4-BE49-F238E27FC236}">
                        <a16:creationId xmlns:a16="http://schemas.microsoft.com/office/drawing/2014/main" id="{E1429051-0DB3-868E-58BA-5117F93D8652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78" name="Google Shape;1278;p38">
                <a:extLst>
                  <a:ext uri="{FF2B5EF4-FFF2-40B4-BE49-F238E27FC236}">
                    <a16:creationId xmlns:a16="http://schemas.microsoft.com/office/drawing/2014/main" id="{4BA3B0EE-452B-FB4A-92E1-D9C33BE128AD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8">
                <a:extLst>
                  <a:ext uri="{FF2B5EF4-FFF2-40B4-BE49-F238E27FC236}">
                    <a16:creationId xmlns:a16="http://schemas.microsoft.com/office/drawing/2014/main" id="{5E359272-599F-5AC5-0F3F-61C9AFA57F05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8">
                <a:extLst>
                  <a:ext uri="{FF2B5EF4-FFF2-40B4-BE49-F238E27FC236}">
                    <a16:creationId xmlns:a16="http://schemas.microsoft.com/office/drawing/2014/main" id="{18BA1EA3-60F6-433F-B802-D1B519C29C76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38">
            <a:extLst>
              <a:ext uri="{FF2B5EF4-FFF2-40B4-BE49-F238E27FC236}">
                <a16:creationId xmlns:a16="http://schemas.microsoft.com/office/drawing/2014/main" id="{E7E1DC7E-1C04-C4A5-A661-07EB76B31C8C}"/>
              </a:ext>
            </a:extLst>
          </p:cNvPr>
          <p:cNvGrpSpPr/>
          <p:nvPr/>
        </p:nvGrpSpPr>
        <p:grpSpPr>
          <a:xfrm>
            <a:off x="8377144" y="1093568"/>
            <a:ext cx="33124" cy="442802"/>
            <a:chOff x="10809827" y="4402455"/>
            <a:chExt cx="24764" cy="330993"/>
          </a:xfrm>
        </p:grpSpPr>
        <p:sp>
          <p:nvSpPr>
            <p:cNvPr id="1282" name="Google Shape;1282;p38">
              <a:extLst>
                <a:ext uri="{FF2B5EF4-FFF2-40B4-BE49-F238E27FC236}">
                  <a16:creationId xmlns:a16="http://schemas.microsoft.com/office/drawing/2014/main" id="{08CBFB77-0BE8-B22A-E01C-2B5A1FFC76CE}"/>
                </a:ext>
              </a:extLst>
            </p:cNvPr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>
              <a:extLst>
                <a:ext uri="{FF2B5EF4-FFF2-40B4-BE49-F238E27FC236}">
                  <a16:creationId xmlns:a16="http://schemas.microsoft.com/office/drawing/2014/main" id="{DDF580E4-DD83-BAFE-5655-202338FCB36C}"/>
                </a:ext>
              </a:extLst>
            </p:cNvPr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>
              <a:extLst>
                <a:ext uri="{FF2B5EF4-FFF2-40B4-BE49-F238E27FC236}">
                  <a16:creationId xmlns:a16="http://schemas.microsoft.com/office/drawing/2014/main" id="{F8D899D0-2249-0C96-4CA1-FDE2F1A92885}"/>
                </a:ext>
              </a:extLst>
            </p:cNvPr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38">
            <a:extLst>
              <a:ext uri="{FF2B5EF4-FFF2-40B4-BE49-F238E27FC236}">
                <a16:creationId xmlns:a16="http://schemas.microsoft.com/office/drawing/2014/main" id="{33114A27-5050-E416-C9DB-D6E1C92D699F}"/>
              </a:ext>
            </a:extLst>
          </p:cNvPr>
          <p:cNvGrpSpPr/>
          <p:nvPr/>
        </p:nvGrpSpPr>
        <p:grpSpPr>
          <a:xfrm rot="-5400000">
            <a:off x="8079918" y="1536387"/>
            <a:ext cx="18197" cy="243247"/>
            <a:chOff x="10809827" y="4402455"/>
            <a:chExt cx="24764" cy="330993"/>
          </a:xfrm>
        </p:grpSpPr>
        <p:sp>
          <p:nvSpPr>
            <p:cNvPr id="1286" name="Google Shape;1286;p38">
              <a:extLst>
                <a:ext uri="{FF2B5EF4-FFF2-40B4-BE49-F238E27FC236}">
                  <a16:creationId xmlns:a16="http://schemas.microsoft.com/office/drawing/2014/main" id="{AC233A2D-96C5-400E-22F5-77A64CF7E31D}"/>
                </a:ext>
              </a:extLst>
            </p:cNvPr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>
              <a:extLst>
                <a:ext uri="{FF2B5EF4-FFF2-40B4-BE49-F238E27FC236}">
                  <a16:creationId xmlns:a16="http://schemas.microsoft.com/office/drawing/2014/main" id="{9C7B1E67-D207-CDAA-851D-509E5E2D02EC}"/>
                </a:ext>
              </a:extLst>
            </p:cNvPr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>
              <a:extLst>
                <a:ext uri="{FF2B5EF4-FFF2-40B4-BE49-F238E27FC236}">
                  <a16:creationId xmlns:a16="http://schemas.microsoft.com/office/drawing/2014/main" id="{DBD18899-27D7-A6C9-B0DC-74C522AC141C}"/>
                </a:ext>
              </a:extLst>
            </p:cNvPr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9" name="Google Shape;1289;p38">
            <a:extLst>
              <a:ext uri="{FF2B5EF4-FFF2-40B4-BE49-F238E27FC236}">
                <a16:creationId xmlns:a16="http://schemas.microsoft.com/office/drawing/2014/main" id="{51CC89FD-105F-D988-9386-4664F4783BC2}"/>
              </a:ext>
            </a:extLst>
          </p:cNvPr>
          <p:cNvCxnSpPr>
            <a:stCxn id="1175" idx="0"/>
            <a:endCxn id="1176" idx="0"/>
          </p:cNvCxnSpPr>
          <p:nvPr/>
        </p:nvCxnSpPr>
        <p:spPr>
          <a:xfrm rot="-5400000" flipH="1">
            <a:off x="4578618" y="-3176937"/>
            <a:ext cx="600" cy="7629300"/>
          </a:xfrm>
          <a:prstGeom prst="bentConnector3">
            <a:avLst>
              <a:gd name="adj1" fmla="val -73522917"/>
            </a:avLst>
          </a:prstGeom>
          <a:noFill/>
          <a:ln w="19050" cap="flat" cmpd="sng">
            <a:solidFill>
              <a:schemeClr val="accent4"/>
            </a:solidFill>
            <a:prstDash val="dashDot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415488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Mục Lục:</a:t>
            </a:r>
            <a:endParaRPr dirty="0"/>
          </a:p>
        </p:txBody>
      </p:sp>
      <p:graphicFrame>
        <p:nvGraphicFramePr>
          <p:cNvPr id="3" name="Sơ đồ 2">
            <a:extLst>
              <a:ext uri="{FF2B5EF4-FFF2-40B4-BE49-F238E27FC236}">
                <a16:creationId xmlns:a16="http://schemas.microsoft.com/office/drawing/2014/main" id="{1C1C5B93-5BA5-76E0-48B3-DB41FFAB82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903154"/>
              </p:ext>
            </p:extLst>
          </p:nvPr>
        </p:nvGraphicFramePr>
        <p:xfrm>
          <a:off x="1100975" y="1203373"/>
          <a:ext cx="7347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Sơ đồ 7">
            <a:extLst>
              <a:ext uri="{FF2B5EF4-FFF2-40B4-BE49-F238E27FC236}">
                <a16:creationId xmlns:a16="http://schemas.microsoft.com/office/drawing/2014/main" id="{E6A75D88-86DA-FDE8-0FEE-D90798F7EB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6141998"/>
              </p:ext>
            </p:extLst>
          </p:nvPr>
        </p:nvGraphicFramePr>
        <p:xfrm>
          <a:off x="1100975" y="2789203"/>
          <a:ext cx="7347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Sơ đồ 5">
            <a:extLst>
              <a:ext uri="{FF2B5EF4-FFF2-40B4-BE49-F238E27FC236}">
                <a16:creationId xmlns:a16="http://schemas.microsoft.com/office/drawing/2014/main" id="{6DE61CAE-0DDF-8BE5-6620-A7AEA73AEE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0222299"/>
              </p:ext>
            </p:extLst>
          </p:nvPr>
        </p:nvGraphicFramePr>
        <p:xfrm>
          <a:off x="3419250" y="1203373"/>
          <a:ext cx="7347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9" name="Sơ đồ 8">
            <a:extLst>
              <a:ext uri="{FF2B5EF4-FFF2-40B4-BE49-F238E27FC236}">
                <a16:creationId xmlns:a16="http://schemas.microsoft.com/office/drawing/2014/main" id="{51F0DF3A-08A9-1306-71ED-A892B8BCE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931127"/>
              </p:ext>
            </p:extLst>
          </p:nvPr>
        </p:nvGraphicFramePr>
        <p:xfrm>
          <a:off x="3419250" y="2789203"/>
          <a:ext cx="7347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7" name="Sơ đồ 6">
            <a:extLst>
              <a:ext uri="{FF2B5EF4-FFF2-40B4-BE49-F238E27FC236}">
                <a16:creationId xmlns:a16="http://schemas.microsoft.com/office/drawing/2014/main" id="{2FED903C-F9EB-4054-9A27-772D19EB46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7254"/>
              </p:ext>
            </p:extLst>
          </p:nvPr>
        </p:nvGraphicFramePr>
        <p:xfrm>
          <a:off x="5737525" y="1203373"/>
          <a:ext cx="7347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5" name="Sơ đồ 4">
            <a:extLst>
              <a:ext uri="{FF2B5EF4-FFF2-40B4-BE49-F238E27FC236}">
                <a16:creationId xmlns:a16="http://schemas.microsoft.com/office/drawing/2014/main" id="{C49CA7D5-3325-287E-831D-F59920939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356491"/>
              </p:ext>
            </p:extLst>
          </p:nvPr>
        </p:nvGraphicFramePr>
        <p:xfrm>
          <a:off x="5737525" y="2789203"/>
          <a:ext cx="734700" cy="57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sp>
        <p:nvSpPr>
          <p:cNvPr id="956" name="Google Shape;956;p30"/>
          <p:cNvSpPr txBox="1">
            <a:spLocks noGrp="1"/>
          </p:cNvSpPr>
          <p:nvPr>
            <p:ph type="subTitle" idx="1"/>
          </p:nvPr>
        </p:nvSpPr>
        <p:spPr>
          <a:xfrm>
            <a:off x="1100975" y="16451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00" dirty="0"/>
              <a:t>Giới thiệu dự án </a:t>
            </a:r>
            <a:endParaRPr sz="2300" dirty="0"/>
          </a:p>
        </p:txBody>
      </p:sp>
      <p:sp>
        <p:nvSpPr>
          <p:cNvPr id="957" name="Google Shape;957;p30"/>
          <p:cNvSpPr txBox="1">
            <a:spLocks noGrp="1"/>
          </p:cNvSpPr>
          <p:nvPr>
            <p:ph type="subTitle" idx="8"/>
          </p:nvPr>
        </p:nvSpPr>
        <p:spPr>
          <a:xfrm>
            <a:off x="3432025" y="165540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00" dirty="0"/>
              <a:t>Phân tích hệ thống</a:t>
            </a:r>
            <a:endParaRPr sz="2300" dirty="0"/>
          </a:p>
        </p:txBody>
      </p:sp>
      <p:sp>
        <p:nvSpPr>
          <p:cNvPr id="958" name="Google Shape;958;p30"/>
          <p:cNvSpPr txBox="1">
            <a:spLocks noGrp="1"/>
          </p:cNvSpPr>
          <p:nvPr>
            <p:ph type="subTitle" idx="9"/>
          </p:nvPr>
        </p:nvSpPr>
        <p:spPr>
          <a:xfrm>
            <a:off x="5763075" y="165540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00" dirty="0"/>
              <a:t>Thiết kế giao diện</a:t>
            </a:r>
            <a:endParaRPr sz="2300" dirty="0"/>
          </a:p>
        </p:txBody>
      </p:sp>
      <p:sp>
        <p:nvSpPr>
          <p:cNvPr id="959" name="Google Shape;959;p30"/>
          <p:cNvSpPr txBox="1">
            <a:spLocks noGrp="1"/>
          </p:cNvSpPr>
          <p:nvPr>
            <p:ph type="subTitle" idx="13"/>
          </p:nvPr>
        </p:nvSpPr>
        <p:spPr>
          <a:xfrm>
            <a:off x="1100975" y="3216244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00" dirty="0" err="1"/>
              <a:t>Demo</a:t>
            </a:r>
            <a:r>
              <a:rPr lang="vi-VN" sz="2300" dirty="0"/>
              <a:t> các chức năng chính</a:t>
            </a:r>
            <a:endParaRPr sz="2300" dirty="0"/>
          </a:p>
        </p:txBody>
      </p:sp>
      <p:sp>
        <p:nvSpPr>
          <p:cNvPr id="960" name="Google Shape;960;p30"/>
          <p:cNvSpPr txBox="1">
            <a:spLocks noGrp="1"/>
          </p:cNvSpPr>
          <p:nvPr>
            <p:ph type="subTitle" idx="14"/>
          </p:nvPr>
        </p:nvSpPr>
        <p:spPr>
          <a:xfrm>
            <a:off x="3432025" y="3361903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00" dirty="0"/>
              <a:t>Kết quả kiểm thử</a:t>
            </a:r>
            <a:endParaRPr sz="2300" dirty="0"/>
          </a:p>
        </p:txBody>
      </p:sp>
      <p:sp>
        <p:nvSpPr>
          <p:cNvPr id="961" name="Google Shape;961;p30"/>
          <p:cNvSpPr txBox="1">
            <a:spLocks noGrp="1"/>
          </p:cNvSpPr>
          <p:nvPr>
            <p:ph type="subTitle" idx="15"/>
          </p:nvPr>
        </p:nvSpPr>
        <p:spPr>
          <a:xfrm>
            <a:off x="5763075" y="3361903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00" dirty="0"/>
              <a:t>Kết luận và bài học</a:t>
            </a:r>
            <a:endParaRPr sz="2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/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/>
          <p:cNvSpPr txBox="1">
            <a:spLocks noGrp="1"/>
          </p:cNvSpPr>
          <p:nvPr>
            <p:ph type="title"/>
          </p:nvPr>
        </p:nvSpPr>
        <p:spPr>
          <a:xfrm>
            <a:off x="4113604" y="2112767"/>
            <a:ext cx="4394682" cy="1592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Giới thiệu dự án</a:t>
            </a:r>
            <a:endParaRPr dirty="0"/>
          </a:p>
        </p:txBody>
      </p:sp>
      <p:sp>
        <p:nvSpPr>
          <p:cNvPr id="1020" name="Google Shape;1020;p32"/>
          <p:cNvSpPr txBox="1">
            <a:spLocks noGrp="1"/>
          </p:cNvSpPr>
          <p:nvPr>
            <p:ph type="title" idx="2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1022" name="Google Shape;1022;p32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/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Chỗ dành sẵn cho Hình ảnh 4">
            <a:extLst>
              <a:ext uri="{FF2B5EF4-FFF2-40B4-BE49-F238E27FC236}">
                <a16:creationId xmlns:a16="http://schemas.microsoft.com/office/drawing/2014/main" id="{1470705B-FA4B-68E3-F0BE-873FC2FDC9A5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2621" r="12621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1045686" y="347714"/>
            <a:ext cx="3666892" cy="9159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Giới thiệu dự án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681694" y="1425785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vi-VN" sz="2400" b="1" u="sng" dirty="0"/>
              <a:t>Mục tiêu :</a:t>
            </a:r>
          </a:p>
          <a:p>
            <a:pPr>
              <a:spcAft>
                <a:spcPts val="600"/>
              </a:spcAft>
            </a:pPr>
            <a:r>
              <a:rPr lang="vi-VN" sz="2000" dirty="0"/>
              <a:t>Xây dựng ứng dụng Quản lý sinh viên trên nền </a:t>
            </a:r>
            <a:r>
              <a:rPr lang="vi-VN" sz="2000" dirty="0" err="1"/>
              <a:t>WinForms</a:t>
            </a:r>
            <a:r>
              <a:rPr lang="vi-VN" sz="2000" dirty="0"/>
              <a:t> (C#).</a:t>
            </a:r>
          </a:p>
          <a:p>
            <a:pPr>
              <a:spcAft>
                <a:spcPts val="600"/>
              </a:spcAft>
            </a:pPr>
            <a:r>
              <a:rPr lang="vi-VN" sz="2000" dirty="0"/>
              <a:t>Hỗ trợ nhập, sửa, xóa, tìm kiếm, lưu trữ và thống kê dữ liệu sinh viên.</a:t>
            </a:r>
          </a:p>
          <a:p>
            <a:pPr>
              <a:spcAft>
                <a:spcPts val="600"/>
              </a:spcAft>
            </a:pPr>
            <a:r>
              <a:rPr lang="vi-VN" sz="2000" dirty="0"/>
              <a:t>Giao diện thân thiện, dễ sử dụng, dữ liệu lưu dạng </a:t>
            </a:r>
            <a:r>
              <a:rPr lang="vi-VN" sz="2000" i="1" dirty="0"/>
              <a:t>.</a:t>
            </a:r>
            <a:r>
              <a:rPr lang="vi-VN" sz="2000" i="1" dirty="0" err="1"/>
              <a:t>txt</a:t>
            </a:r>
            <a:r>
              <a:rPr lang="vi-VN" sz="20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969" name="Google Shape;969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32" r="37002" b="10007"/>
          <a:stretch/>
        </p:blipFill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970" name="Google Shape;970;p31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>
          <a:extLst>
            <a:ext uri="{FF2B5EF4-FFF2-40B4-BE49-F238E27FC236}">
              <a16:creationId xmlns:a16="http://schemas.microsoft.com/office/drawing/2014/main" id="{A070DFC9-7E00-E6A1-A605-14A458376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>
            <a:extLst>
              <a:ext uri="{FF2B5EF4-FFF2-40B4-BE49-F238E27FC236}">
                <a16:creationId xmlns:a16="http://schemas.microsoft.com/office/drawing/2014/main" id="{3B9C7D22-722A-1632-B9E2-9919FA78F7AB}"/>
              </a:ext>
            </a:extLst>
          </p:cNvPr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>
            <a:extLst>
              <a:ext uri="{FF2B5EF4-FFF2-40B4-BE49-F238E27FC236}">
                <a16:creationId xmlns:a16="http://schemas.microsoft.com/office/drawing/2014/main" id="{58C7D407-D73C-7BDD-975C-BD580E0D8B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686" y="347714"/>
            <a:ext cx="3666892" cy="9159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Giới thiệu dự án</a:t>
            </a:r>
            <a:endParaRPr dirty="0"/>
          </a:p>
        </p:txBody>
      </p:sp>
      <p:sp>
        <p:nvSpPr>
          <p:cNvPr id="968" name="Google Shape;968;p31">
            <a:extLst>
              <a:ext uri="{FF2B5EF4-FFF2-40B4-BE49-F238E27FC236}">
                <a16:creationId xmlns:a16="http://schemas.microsoft.com/office/drawing/2014/main" id="{5B5EE792-1843-C763-94A1-4DE8E35C85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1694" y="1425785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vi-VN" sz="2400" b="1" u="sng" dirty="0"/>
              <a:t>Công cụ sử dụng:</a:t>
            </a: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vi-VN" sz="2000" dirty="0"/>
              <a:t>Ngôn ngữ : C#</a:t>
            </a:r>
          </a:p>
          <a:p>
            <a:pPr marL="342900" indent="-342900">
              <a:spcAft>
                <a:spcPts val="1200"/>
              </a:spcAft>
            </a:pPr>
            <a:r>
              <a:rPr lang="vi-VN" sz="2000" dirty="0"/>
              <a:t>IDE : </a:t>
            </a:r>
            <a:r>
              <a:rPr lang="vi-VN" sz="2000" dirty="0" err="1"/>
              <a:t>Visual</a:t>
            </a:r>
            <a:r>
              <a:rPr lang="vi-VN" sz="2000" dirty="0"/>
              <a:t> </a:t>
            </a:r>
            <a:r>
              <a:rPr lang="vi-VN" sz="2000" dirty="0" err="1"/>
              <a:t>Studio</a:t>
            </a:r>
            <a:endParaRPr lang="vi-VN" sz="2000" dirty="0"/>
          </a:p>
          <a:p>
            <a:pPr marL="342900" indent="-342900">
              <a:spcAft>
                <a:spcPts val="1200"/>
              </a:spcAft>
            </a:pPr>
            <a:r>
              <a:rPr lang="vi-VN" sz="2000" dirty="0"/>
              <a:t>Môi trường : .NET </a:t>
            </a:r>
            <a:r>
              <a:rPr lang="vi-VN" sz="2000" dirty="0" err="1"/>
              <a:t>Framwork</a:t>
            </a:r>
            <a:r>
              <a:rPr lang="vi-VN" sz="2000" dirty="0"/>
              <a:t> / </a:t>
            </a:r>
            <a:r>
              <a:rPr lang="vi-VN" sz="2000" dirty="0" err="1"/>
              <a:t>WinForms</a:t>
            </a:r>
            <a:endParaRPr lang="vi-VN" sz="2000" dirty="0"/>
          </a:p>
          <a:p>
            <a:pPr marL="342900" indent="-342900">
              <a:spcAft>
                <a:spcPts val="1200"/>
              </a:spcAft>
            </a:pPr>
            <a:r>
              <a:rPr lang="vi-VN" sz="2000" dirty="0"/>
              <a:t>Quản lý mã nguồn : </a:t>
            </a:r>
            <a:r>
              <a:rPr lang="vi-VN" sz="2000" dirty="0" err="1"/>
              <a:t>GitHub</a:t>
            </a:r>
            <a:endParaRPr lang="en-US" sz="2000" dirty="0"/>
          </a:p>
        </p:txBody>
      </p:sp>
      <p:pic>
        <p:nvPicPr>
          <p:cNvPr id="969" name="Google Shape;969;p31">
            <a:extLst>
              <a:ext uri="{FF2B5EF4-FFF2-40B4-BE49-F238E27FC236}">
                <a16:creationId xmlns:a16="http://schemas.microsoft.com/office/drawing/2014/main" id="{F2BBC959-7E90-D402-2CBE-98FE2510B308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32" r="37002" b="10007"/>
          <a:stretch/>
        </p:blipFill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970" name="Google Shape;970;p31">
            <a:extLst>
              <a:ext uri="{FF2B5EF4-FFF2-40B4-BE49-F238E27FC236}">
                <a16:creationId xmlns:a16="http://schemas.microsoft.com/office/drawing/2014/main" id="{B74CDF4E-F4EB-E6C5-E20E-DB16E0B0936E}"/>
              </a:ext>
            </a:extLst>
          </p:cNvPr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>
              <a:extLst>
                <a:ext uri="{FF2B5EF4-FFF2-40B4-BE49-F238E27FC236}">
                  <a16:creationId xmlns:a16="http://schemas.microsoft.com/office/drawing/2014/main" id="{BAAF959B-BE72-E2FF-85A5-459666E4D158}"/>
                </a:ext>
              </a:extLst>
            </p:cNvPr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>
                <a:extLst>
                  <a:ext uri="{FF2B5EF4-FFF2-40B4-BE49-F238E27FC236}">
                    <a16:creationId xmlns:a16="http://schemas.microsoft.com/office/drawing/2014/main" id="{9C728C77-F3B4-D48D-0A2A-61640131198F}"/>
                  </a:ext>
                </a:extLst>
              </p:cNvPr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>
                <a:extLst>
                  <a:ext uri="{FF2B5EF4-FFF2-40B4-BE49-F238E27FC236}">
                    <a16:creationId xmlns:a16="http://schemas.microsoft.com/office/drawing/2014/main" id="{07A707B2-3619-04C3-2EC3-C753E9201974}"/>
                  </a:ext>
                </a:extLst>
              </p:cNvPr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>
                <a:extLst>
                  <a:ext uri="{FF2B5EF4-FFF2-40B4-BE49-F238E27FC236}">
                    <a16:creationId xmlns:a16="http://schemas.microsoft.com/office/drawing/2014/main" id="{0628F308-F379-BF57-9BFD-DADAC22E5ABC}"/>
                  </a:ext>
                </a:extLst>
              </p:cNvPr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>
                  <a:extLst>
                    <a:ext uri="{FF2B5EF4-FFF2-40B4-BE49-F238E27FC236}">
                      <a16:creationId xmlns:a16="http://schemas.microsoft.com/office/drawing/2014/main" id="{BBFE72B0-F0D3-F06F-B166-B30364624DD1}"/>
                    </a:ext>
                  </a:extLst>
                </p:cNvPr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>
                  <a:extLst>
                    <a:ext uri="{FF2B5EF4-FFF2-40B4-BE49-F238E27FC236}">
                      <a16:creationId xmlns:a16="http://schemas.microsoft.com/office/drawing/2014/main" id="{3C2FA4E1-07A7-C41C-9340-ED8EACC026B6}"/>
                    </a:ext>
                  </a:extLst>
                </p:cNvPr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>
                  <a:extLst>
                    <a:ext uri="{FF2B5EF4-FFF2-40B4-BE49-F238E27FC236}">
                      <a16:creationId xmlns:a16="http://schemas.microsoft.com/office/drawing/2014/main" id="{FAF58295-AC7D-ED14-1E89-FD4BB01B52EA}"/>
                    </a:ext>
                  </a:extLst>
                </p:cNvPr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>
                  <a:extLst>
                    <a:ext uri="{FF2B5EF4-FFF2-40B4-BE49-F238E27FC236}">
                      <a16:creationId xmlns:a16="http://schemas.microsoft.com/office/drawing/2014/main" id="{1CFAA761-F015-0EF4-E4DB-F978EE5A38BE}"/>
                    </a:ext>
                  </a:extLst>
                </p:cNvPr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>
              <a:extLst>
                <a:ext uri="{FF2B5EF4-FFF2-40B4-BE49-F238E27FC236}">
                  <a16:creationId xmlns:a16="http://schemas.microsoft.com/office/drawing/2014/main" id="{083ACEDC-C63D-C073-39CE-BA9FDFEAFECF}"/>
                </a:ext>
              </a:extLst>
            </p:cNvPr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>
                <a:extLst>
                  <a:ext uri="{FF2B5EF4-FFF2-40B4-BE49-F238E27FC236}">
                    <a16:creationId xmlns:a16="http://schemas.microsoft.com/office/drawing/2014/main" id="{FBD095D3-EAA8-C1C4-C917-8088DA2B7BB9}"/>
                  </a:ext>
                </a:extLst>
              </p:cNvPr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>
                <a:extLst>
                  <a:ext uri="{FF2B5EF4-FFF2-40B4-BE49-F238E27FC236}">
                    <a16:creationId xmlns:a16="http://schemas.microsoft.com/office/drawing/2014/main" id="{145822EC-2BE9-34A3-9BFB-F57332F8BEEB}"/>
                  </a:ext>
                </a:extLst>
              </p:cNvPr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>
                <a:extLst>
                  <a:ext uri="{FF2B5EF4-FFF2-40B4-BE49-F238E27FC236}">
                    <a16:creationId xmlns:a16="http://schemas.microsoft.com/office/drawing/2014/main" id="{8B86DE33-20AA-1E8B-7B19-8B40BD52C1D8}"/>
                  </a:ext>
                </a:extLst>
              </p:cNvPr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>
                  <a:extLst>
                    <a:ext uri="{FF2B5EF4-FFF2-40B4-BE49-F238E27FC236}">
                      <a16:creationId xmlns:a16="http://schemas.microsoft.com/office/drawing/2014/main" id="{78CCE9B8-C281-95B5-81CA-7932CABF2E66}"/>
                    </a:ext>
                  </a:extLst>
                </p:cNvPr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>
                  <a:extLst>
                    <a:ext uri="{FF2B5EF4-FFF2-40B4-BE49-F238E27FC236}">
                      <a16:creationId xmlns:a16="http://schemas.microsoft.com/office/drawing/2014/main" id="{C442F52A-1454-9458-3E59-FC2E72E5F808}"/>
                    </a:ext>
                  </a:extLst>
                </p:cNvPr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>
                  <a:extLst>
                    <a:ext uri="{FF2B5EF4-FFF2-40B4-BE49-F238E27FC236}">
                      <a16:creationId xmlns:a16="http://schemas.microsoft.com/office/drawing/2014/main" id="{C89C32AB-B147-41E7-53F2-C10C47C29A7C}"/>
                    </a:ext>
                  </a:extLst>
                </p:cNvPr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>
                  <a:extLst>
                    <a:ext uri="{FF2B5EF4-FFF2-40B4-BE49-F238E27FC236}">
                      <a16:creationId xmlns:a16="http://schemas.microsoft.com/office/drawing/2014/main" id="{12A1F5BD-EBAB-91E4-80A5-DC5E97F2085B}"/>
                    </a:ext>
                  </a:extLst>
                </p:cNvPr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>
              <a:extLst>
                <a:ext uri="{FF2B5EF4-FFF2-40B4-BE49-F238E27FC236}">
                  <a16:creationId xmlns:a16="http://schemas.microsoft.com/office/drawing/2014/main" id="{892FFE4C-B162-3932-00C2-BD35742F3998}"/>
                </a:ext>
              </a:extLst>
            </p:cNvPr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>
              <a:extLst>
                <a:ext uri="{FF2B5EF4-FFF2-40B4-BE49-F238E27FC236}">
                  <a16:creationId xmlns:a16="http://schemas.microsoft.com/office/drawing/2014/main" id="{BE75A6F6-B0CC-16B4-079B-0CDE9A681231}"/>
                </a:ext>
              </a:extLst>
            </p:cNvPr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>
                <a:extLst>
                  <a:ext uri="{FF2B5EF4-FFF2-40B4-BE49-F238E27FC236}">
                    <a16:creationId xmlns:a16="http://schemas.microsoft.com/office/drawing/2014/main" id="{AB14A456-507C-29DB-A1B6-BBA485B7D185}"/>
                  </a:ext>
                </a:extLst>
              </p:cNvPr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>
                <a:extLst>
                  <a:ext uri="{FF2B5EF4-FFF2-40B4-BE49-F238E27FC236}">
                    <a16:creationId xmlns:a16="http://schemas.microsoft.com/office/drawing/2014/main" id="{A0DD4A56-8603-1B12-3F82-802FAAF6864A}"/>
                  </a:ext>
                </a:extLst>
              </p:cNvPr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>
                <a:extLst>
                  <a:ext uri="{FF2B5EF4-FFF2-40B4-BE49-F238E27FC236}">
                    <a16:creationId xmlns:a16="http://schemas.microsoft.com/office/drawing/2014/main" id="{B4D51A9E-42FB-412E-6290-A1B8600C20DC}"/>
                  </a:ext>
                </a:extLst>
              </p:cNvPr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>
                  <a:extLst>
                    <a:ext uri="{FF2B5EF4-FFF2-40B4-BE49-F238E27FC236}">
                      <a16:creationId xmlns:a16="http://schemas.microsoft.com/office/drawing/2014/main" id="{9FC36380-460E-55D7-01C9-C94638DCF5CD}"/>
                    </a:ext>
                  </a:extLst>
                </p:cNvPr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>
                  <a:extLst>
                    <a:ext uri="{FF2B5EF4-FFF2-40B4-BE49-F238E27FC236}">
                      <a16:creationId xmlns:a16="http://schemas.microsoft.com/office/drawing/2014/main" id="{8D8DE182-DA80-4F69-D7CE-01D3091C9288}"/>
                    </a:ext>
                  </a:extLst>
                </p:cNvPr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>
                  <a:extLst>
                    <a:ext uri="{FF2B5EF4-FFF2-40B4-BE49-F238E27FC236}">
                      <a16:creationId xmlns:a16="http://schemas.microsoft.com/office/drawing/2014/main" id="{9F42A7CF-0D06-9136-54BC-D787B199F933}"/>
                    </a:ext>
                  </a:extLst>
                </p:cNvPr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>
                  <a:extLst>
                    <a:ext uri="{FF2B5EF4-FFF2-40B4-BE49-F238E27FC236}">
                      <a16:creationId xmlns:a16="http://schemas.microsoft.com/office/drawing/2014/main" id="{744B8F15-A324-97DA-4D9E-C132967FCCB4}"/>
                    </a:ext>
                  </a:extLst>
                </p:cNvPr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>
              <a:extLst>
                <a:ext uri="{FF2B5EF4-FFF2-40B4-BE49-F238E27FC236}">
                  <a16:creationId xmlns:a16="http://schemas.microsoft.com/office/drawing/2014/main" id="{629E5C20-8003-3856-ADE0-5863E32FF89E}"/>
                </a:ext>
              </a:extLst>
            </p:cNvPr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>
                <a:extLst>
                  <a:ext uri="{FF2B5EF4-FFF2-40B4-BE49-F238E27FC236}">
                    <a16:creationId xmlns:a16="http://schemas.microsoft.com/office/drawing/2014/main" id="{8931FC40-0DF0-EA79-0C34-27B01D48D116}"/>
                  </a:ext>
                </a:extLst>
              </p:cNvPr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>
                  <a:extLst>
                    <a:ext uri="{FF2B5EF4-FFF2-40B4-BE49-F238E27FC236}">
                      <a16:creationId xmlns:a16="http://schemas.microsoft.com/office/drawing/2014/main" id="{872EF165-C776-3EEE-3550-C178423CDE5B}"/>
                    </a:ext>
                  </a:extLst>
                </p:cNvPr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>
                  <a:extLst>
                    <a:ext uri="{FF2B5EF4-FFF2-40B4-BE49-F238E27FC236}">
                      <a16:creationId xmlns:a16="http://schemas.microsoft.com/office/drawing/2014/main" id="{2747B47C-F347-BC52-3571-29BE3986A4BB}"/>
                    </a:ext>
                  </a:extLst>
                </p:cNvPr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>
                  <a:extLst>
                    <a:ext uri="{FF2B5EF4-FFF2-40B4-BE49-F238E27FC236}">
                      <a16:creationId xmlns:a16="http://schemas.microsoft.com/office/drawing/2014/main" id="{8C808C44-E0B7-B457-D225-FDB6EA13C023}"/>
                    </a:ext>
                  </a:extLst>
                </p:cNvPr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>
                    <a:extLst>
                      <a:ext uri="{FF2B5EF4-FFF2-40B4-BE49-F238E27FC236}">
                        <a16:creationId xmlns:a16="http://schemas.microsoft.com/office/drawing/2014/main" id="{F46F251C-8963-D3C5-709D-6428A167A862}"/>
                      </a:ext>
                    </a:extLst>
                  </p:cNvPr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>
                    <a:extLst>
                      <a:ext uri="{FF2B5EF4-FFF2-40B4-BE49-F238E27FC236}">
                        <a16:creationId xmlns:a16="http://schemas.microsoft.com/office/drawing/2014/main" id="{7533E484-DBA7-FDED-ECEA-0712FA970642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>
                    <a:extLst>
                      <a:ext uri="{FF2B5EF4-FFF2-40B4-BE49-F238E27FC236}">
                        <a16:creationId xmlns:a16="http://schemas.microsoft.com/office/drawing/2014/main" id="{BBDB8190-C872-2444-6B1A-3F0F0302F62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>
                    <a:extLst>
                      <a:ext uri="{FF2B5EF4-FFF2-40B4-BE49-F238E27FC236}">
                        <a16:creationId xmlns:a16="http://schemas.microsoft.com/office/drawing/2014/main" id="{1D6F2BFC-CD49-DF6C-5D60-5D35086C7C29}"/>
                      </a:ext>
                    </a:extLst>
                  </p:cNvPr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>
                <a:extLst>
                  <a:ext uri="{FF2B5EF4-FFF2-40B4-BE49-F238E27FC236}">
                    <a16:creationId xmlns:a16="http://schemas.microsoft.com/office/drawing/2014/main" id="{5A2AC7C4-4314-0300-4C3F-584DB6ABAAC0}"/>
                  </a:ext>
                </a:extLst>
              </p:cNvPr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>
              <a:extLst>
                <a:ext uri="{FF2B5EF4-FFF2-40B4-BE49-F238E27FC236}">
                  <a16:creationId xmlns:a16="http://schemas.microsoft.com/office/drawing/2014/main" id="{BCF428A4-1190-8AA2-C608-EB548A779C4D}"/>
                </a:ext>
              </a:extLst>
            </p:cNvPr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>
                <a:extLst>
                  <a:ext uri="{FF2B5EF4-FFF2-40B4-BE49-F238E27FC236}">
                    <a16:creationId xmlns:a16="http://schemas.microsoft.com/office/drawing/2014/main" id="{54831C81-85A1-CB79-88EF-18EE2C38272D}"/>
                  </a:ext>
                </a:extLst>
              </p:cNvPr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>
                <a:extLst>
                  <a:ext uri="{FF2B5EF4-FFF2-40B4-BE49-F238E27FC236}">
                    <a16:creationId xmlns:a16="http://schemas.microsoft.com/office/drawing/2014/main" id="{2F8B65DE-5823-F1FF-6DEB-21945C6C3983}"/>
                  </a:ext>
                </a:extLst>
              </p:cNvPr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>
              <a:extLst>
                <a:ext uri="{FF2B5EF4-FFF2-40B4-BE49-F238E27FC236}">
                  <a16:creationId xmlns:a16="http://schemas.microsoft.com/office/drawing/2014/main" id="{768D7213-4177-7B78-C3B4-3C407AD83C55}"/>
                </a:ext>
              </a:extLst>
            </p:cNvPr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>
                <a:extLst>
                  <a:ext uri="{FF2B5EF4-FFF2-40B4-BE49-F238E27FC236}">
                    <a16:creationId xmlns:a16="http://schemas.microsoft.com/office/drawing/2014/main" id="{5EEC6077-5D66-2C45-F675-628A7E49ABC6}"/>
                  </a:ext>
                </a:extLst>
              </p:cNvPr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>
                  <a:extLst>
                    <a:ext uri="{FF2B5EF4-FFF2-40B4-BE49-F238E27FC236}">
                      <a16:creationId xmlns:a16="http://schemas.microsoft.com/office/drawing/2014/main" id="{39538B4A-6F95-24DF-CDD9-CE17EDA3BB0C}"/>
                    </a:ext>
                  </a:extLst>
                </p:cNvPr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>
                  <a:extLst>
                    <a:ext uri="{FF2B5EF4-FFF2-40B4-BE49-F238E27FC236}">
                      <a16:creationId xmlns:a16="http://schemas.microsoft.com/office/drawing/2014/main" id="{D24B412F-3D34-DF16-E34F-200BCCFA78C3}"/>
                    </a:ext>
                  </a:extLst>
                </p:cNvPr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>
                <a:extLst>
                  <a:ext uri="{FF2B5EF4-FFF2-40B4-BE49-F238E27FC236}">
                    <a16:creationId xmlns:a16="http://schemas.microsoft.com/office/drawing/2014/main" id="{F625A4BE-A0EE-6734-2271-133A5D1ACC0D}"/>
                  </a:ext>
                </a:extLst>
              </p:cNvPr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7222350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23B48EC7-ACD1-6582-EF1C-65EF6B3D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7C17670E-0C10-DBD8-EC30-EE8F7C96BB60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B1F4FC11-AD26-69E9-8571-E6576FF9CB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3604" y="2112767"/>
            <a:ext cx="4394682" cy="1592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Phân tích hệ thống</a:t>
            </a:r>
            <a:endParaRPr dirty="0"/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2B3CCD84-F5A5-3570-A8FA-E38DFBFCC0F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02</a:t>
            </a:r>
            <a:endParaRPr dirty="0"/>
          </a:p>
        </p:txBody>
      </p:sp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965C9A10-275F-7D23-8DE3-69C534AADD7D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96ADE3D3-D9D8-7B19-E9CF-8332BFCFDE67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57F246ED-4825-734D-B4BE-2CD4AF37187B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FA77B0CD-C5B9-5BFE-0D45-6B6A5D350A1C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15FEDCD3-9E18-14FE-A81B-6B66B77C2BBD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26004398-3D54-3A91-7D52-9EB94ABB609E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586247CF-75EB-99B1-0644-4D20988D3769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CF7084F3-0EAE-F4DB-225C-17541A2CF375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29976198-4020-33A0-8125-905A07332DB4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E3FFF7FA-C896-E992-D514-7B104B3EA9EF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FF71785C-DD22-9861-3D47-5C9181F562BD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BE2B2592-81B3-DA12-BC95-88113DB9977B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DFE698AA-3E70-374A-F87C-D058ADAD1B99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418EEF89-31B7-ADC5-9714-69184D7AC2DB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A78EEC70-F2C8-8CF3-A60E-63991ACD7541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FB1C48AB-44C7-AB84-DC60-4FC368FA8539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9FA3BC0D-D028-0E2D-2F81-A43DE9251DE7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919BDE34-BDC1-1517-D12C-9F1720251119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13577BDF-E01B-7A94-0EB5-062AAB35C9CD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1E11FCBE-8245-B4E9-5076-1D6CC0FA3FE4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53C2C39D-931B-B17E-E89E-2E257B1A12B4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DEF1959C-2671-8A17-4B6C-0182971E8CC3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79D3EC0C-C9C7-E458-23DB-90A6DB4E3718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ACB852A1-3A2B-36B9-DCD9-324D00BBDA93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2DAA97F6-1033-9677-42B4-3E714D51154A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8B4BB594-CC6A-79DF-E122-2BBC87CDF972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6D75D563-5EB3-0FD1-0F43-B513AF4DF04C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CB78A0BC-2014-CB82-E229-7901819A1FC1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8726BCE4-1C54-1F5D-8B19-927B72953752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4BC746B2-C6E7-4EB4-F25E-ED32ABC619FE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95766ECC-7D6D-AD66-4B13-92AE46CD1763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EC8CB8D8-766B-CB2A-0FE2-2E432789BF5F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CA9019D8-C306-4130-2772-4E80DB37C986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A289214B-6F97-3D2E-5898-035A0A2B2F08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D88CE139-7BA4-8DF1-F781-356DAC1F77BF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50F0FBEC-93BD-089F-03BF-4360E0A77FC7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E4BA2848-0857-F894-05CA-BC10F16F831C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217DBA11-B726-3BE5-6F5F-7D47D9E376AB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573A5C8F-EBFB-1B7F-AA4D-431712D9E567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F88E4DF2-1DAB-C295-6E98-9A0761F8C474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5FC7DB9B-5B04-6BC1-9E56-740DBF8A65E1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C5D9D2A4-4CF1-5F15-1430-1230CD1D9720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AEF5F816-5C21-0514-BC0A-B17A6D225347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25490B79-E4C6-F27F-DC9B-69428F5E23AC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BFB3C34F-3ABD-1825-610C-F97D98B5B5D5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E9C08F22-CCE0-751B-821C-594CA014C3DC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AE869C50-D501-53F8-E508-4AA5A055E67D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9678F0D3-7FA6-F6C4-F6C3-4636CB2F4F1C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F52222C0-12FA-39CC-CE2D-BF72645E5989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DB628B20-C0A1-5DC4-2443-3016615D7F24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C63F21FD-A949-9A07-EBD4-33A6B2D9CF63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1578ADDA-17CA-8C29-B8DF-7294FD93FF47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B4313572-8A5B-E463-50D3-24AA98A07D39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757F65F6-A7B3-D5B0-2822-18DFA207B31F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31E03AE3-AF5D-9693-376F-637CD6163BC8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6C48CC7F-A381-99B3-A8E0-A4642A7067CB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6F9B9D78-2AED-9A72-E26A-576E2C20DD11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7B888081-5EF8-ACC3-C1AB-E16885C8DEF8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1E9A7489-5A6C-A172-6344-8EF33E5532CB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819747FA-BF2D-4E5A-070F-372629E47647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372DC6F1-8DC8-4450-D0C4-3BDAADDE7DCD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00058181-7105-873F-0988-04AA5B7B9DA9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7AE58E72-46FF-1E1E-78B5-A845B6C8A81A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D294575E-A29B-F616-3C0E-34CF0253BFA6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B4338444-ABF3-5BB8-EDD5-A514D487D720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130C1AF7-E43A-D3FA-75FE-285F7AC02B62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11F79E34-9E67-9437-E479-7A8E8B3F131F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9067B60A-7017-4867-5011-78797B822E5F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4C846254-F500-DFCE-915E-4CD37CA94875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F98F3208-84D2-35A4-A03C-EC35127F1C30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EFC308FF-CCB4-8BC9-425A-E30EC32901EE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92C4A8F5-DFC9-B791-D49D-7353F6CBDFA6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4C7A7EDC-B7BC-19D1-1256-EE4C110717F8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667AA38A-5384-C564-7A0A-42C1E8F6B617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BAF747AB-A589-9035-2872-83FACEDD0E8D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B6BAB8C6-F932-849A-EEAF-4926951298DC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6956857A-26E7-93BD-9C01-3ADF4FCD28B0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Chỗ dành sẵn cho Hình ảnh 5">
            <a:extLst>
              <a:ext uri="{FF2B5EF4-FFF2-40B4-BE49-F238E27FC236}">
                <a16:creationId xmlns:a16="http://schemas.microsoft.com/office/drawing/2014/main" id="{497965D4-FFD8-650D-4207-50520740BCDF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20226" r="2022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700349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769250" y="366892"/>
            <a:ext cx="6249616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Phân tích hệ thống – </a:t>
            </a:r>
            <a:r>
              <a:rPr lang="vi-VN" dirty="0" err="1"/>
              <a:t>Use</a:t>
            </a:r>
            <a:r>
              <a:rPr lang="vi-VN" dirty="0"/>
              <a:t> </a:t>
            </a:r>
            <a:r>
              <a:rPr lang="vi-VN" dirty="0" err="1"/>
              <a:t>Case</a:t>
            </a:r>
            <a:r>
              <a:rPr lang="vi-VN" dirty="0"/>
              <a:t> </a:t>
            </a:r>
            <a:r>
              <a:rPr lang="vi-VN" dirty="0" err="1"/>
              <a:t>Diagram</a:t>
            </a:r>
            <a:endParaRPr dirty="0"/>
          </a:p>
        </p:txBody>
      </p:sp>
      <p:sp>
        <p:nvSpPr>
          <p:cNvPr id="1104" name="Google Shape;1104;p33"/>
          <p:cNvSpPr txBox="1">
            <a:spLocks noGrp="1"/>
          </p:cNvSpPr>
          <p:nvPr>
            <p:ph type="subTitle" idx="1"/>
          </p:nvPr>
        </p:nvSpPr>
        <p:spPr>
          <a:xfrm>
            <a:off x="464450" y="1960592"/>
            <a:ext cx="362495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vi-VN" sz="2000" b="1" dirty="0"/>
              <a:t>Người dùng (Admin) có thể:</a:t>
            </a:r>
          </a:p>
          <a:p>
            <a:pPr marL="609600" indent="-457200">
              <a:spcAft>
                <a:spcPts val="600"/>
              </a:spcAft>
              <a:buSzPct val="80000"/>
              <a:buFont typeface="+mj-lt"/>
              <a:buAutoNum type="arabicPeriod"/>
            </a:pPr>
            <a:r>
              <a:rPr lang="vi-VN" sz="2000" dirty="0"/>
              <a:t>Thêm, sửa, xóa sinh viên</a:t>
            </a:r>
          </a:p>
          <a:p>
            <a:pPr marL="609600" indent="-457200">
              <a:spcAft>
                <a:spcPts val="600"/>
              </a:spcAft>
              <a:buSzPct val="80000"/>
              <a:buFont typeface="+mj-lt"/>
              <a:buAutoNum type="arabicPeriod"/>
            </a:pPr>
            <a:r>
              <a:rPr lang="vi-VN" sz="2000" dirty="0"/>
              <a:t>Tìm kiếm sinh viên</a:t>
            </a:r>
          </a:p>
          <a:p>
            <a:pPr marL="609600" indent="-457200">
              <a:spcAft>
                <a:spcPts val="600"/>
              </a:spcAft>
              <a:buSzPct val="80000"/>
              <a:buFont typeface="+mj-lt"/>
              <a:buAutoNum type="arabicPeriod"/>
            </a:pPr>
            <a:r>
              <a:rPr lang="vi-VN" sz="2000" dirty="0"/>
              <a:t>Lưu và mở dữ liệu</a:t>
            </a:r>
          </a:p>
          <a:p>
            <a:pPr marL="609600" indent="-457200">
              <a:spcAft>
                <a:spcPts val="600"/>
              </a:spcAft>
              <a:buSzPct val="80000"/>
              <a:buFont typeface="+mj-lt"/>
              <a:buAutoNum type="arabicPeriod"/>
            </a:pPr>
            <a:r>
              <a:rPr lang="vi-VN" sz="2000" dirty="0"/>
              <a:t>Thống kê điểm, hiển thị biểu đồ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497369FB-0775-15E4-100D-C1B914F3B6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00" t="11103" r="19382" b="16328"/>
          <a:stretch>
            <a:fillRect/>
          </a:stretch>
        </p:blipFill>
        <p:spPr>
          <a:xfrm>
            <a:off x="4184143" y="1757393"/>
            <a:ext cx="4722789" cy="2687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D527A2AB-17AB-99E3-2A1D-81F67176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>
            <a:extLst>
              <a:ext uri="{FF2B5EF4-FFF2-40B4-BE49-F238E27FC236}">
                <a16:creationId xmlns:a16="http://schemas.microsoft.com/office/drawing/2014/main" id="{6B692A20-D27A-DA69-F496-7561B6547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250" y="366892"/>
            <a:ext cx="6249616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Phân tích hệ thống – Mô hình xử lý dữ liệu</a:t>
            </a:r>
            <a:endParaRPr dirty="0"/>
          </a:p>
        </p:txBody>
      </p:sp>
      <p:sp>
        <p:nvSpPr>
          <p:cNvPr id="1104" name="Google Shape;1104;p33">
            <a:extLst>
              <a:ext uri="{FF2B5EF4-FFF2-40B4-BE49-F238E27FC236}">
                <a16:creationId xmlns:a16="http://schemas.microsoft.com/office/drawing/2014/main" id="{BFEC75BF-E584-FDE3-FE6A-6680925951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966026" y="1672446"/>
            <a:ext cx="4991708" cy="1798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vi-VN" sz="2000" b="1" dirty="0"/>
              <a:t>Mô hình </a:t>
            </a:r>
            <a:r>
              <a:rPr lang="vi-VN" sz="2000" b="1" dirty="0" err="1"/>
              <a:t>logic</a:t>
            </a:r>
            <a:r>
              <a:rPr lang="vi-VN" sz="2000" b="1" dirty="0"/>
              <a:t>:</a:t>
            </a:r>
          </a:p>
          <a:p>
            <a:pPr marL="609600" indent="-457200">
              <a:spcAft>
                <a:spcPts val="600"/>
              </a:spcAft>
              <a:buSzPct val="80000"/>
              <a:buFont typeface="+mj-lt"/>
              <a:buAutoNum type="arabicPeriod"/>
            </a:pPr>
            <a:r>
              <a:rPr lang="vi-VN" sz="2000" dirty="0"/>
              <a:t>Lớp </a:t>
            </a:r>
            <a:r>
              <a:rPr lang="vi-VN" sz="2000" i="1" dirty="0" err="1"/>
              <a:t>Student</a:t>
            </a:r>
            <a:r>
              <a:rPr lang="vi-VN" sz="2000" dirty="0"/>
              <a:t> : chứa thuộc tính </a:t>
            </a:r>
            <a:r>
              <a:rPr lang="vi-VN" sz="2000" i="1" dirty="0" err="1"/>
              <a:t>MaSV</a:t>
            </a:r>
            <a:r>
              <a:rPr lang="vi-VN" sz="2000" dirty="0"/>
              <a:t>, </a:t>
            </a:r>
            <a:r>
              <a:rPr lang="vi-VN" sz="2000" i="1" dirty="0" err="1"/>
              <a:t>HoTen</a:t>
            </a:r>
            <a:r>
              <a:rPr lang="vi-VN" sz="2000" dirty="0"/>
              <a:t> , </a:t>
            </a:r>
            <a:r>
              <a:rPr lang="vi-VN" sz="2000" i="1" dirty="0" err="1"/>
              <a:t>Lop</a:t>
            </a:r>
            <a:r>
              <a:rPr lang="vi-VN" sz="2000" dirty="0"/>
              <a:t> , </a:t>
            </a:r>
            <a:r>
              <a:rPr lang="vi-VN" sz="2000" i="1" dirty="0" err="1"/>
              <a:t>Diem</a:t>
            </a:r>
            <a:endParaRPr lang="vi-VN" sz="2000" i="1" dirty="0"/>
          </a:p>
          <a:p>
            <a:pPr marL="609600" indent="-457200">
              <a:spcAft>
                <a:spcPts val="600"/>
              </a:spcAft>
              <a:buSzPct val="80000"/>
              <a:buFont typeface="+mj-lt"/>
              <a:buAutoNum type="arabicPeriod"/>
            </a:pPr>
            <a:r>
              <a:rPr lang="vi-VN" sz="2000" dirty="0"/>
              <a:t>Lớp Form1 : điều khiển giao diện, các sự kiện CRUD</a:t>
            </a:r>
          </a:p>
          <a:p>
            <a:pPr marL="609600" indent="-457200">
              <a:spcAft>
                <a:spcPts val="600"/>
              </a:spcAft>
              <a:buSzPct val="80000"/>
              <a:buFont typeface="+mj-lt"/>
              <a:buAutoNum type="arabicPeriod"/>
            </a:pPr>
            <a:r>
              <a:rPr lang="vi-VN" sz="2000" dirty="0"/>
              <a:t>Lớp </a:t>
            </a:r>
            <a:r>
              <a:rPr lang="vi-VN" sz="2000" dirty="0" err="1"/>
              <a:t>FormThongKe</a:t>
            </a:r>
            <a:r>
              <a:rPr lang="vi-VN" sz="2000" dirty="0"/>
              <a:t> : hiển thị biểu đồ và thống kê</a:t>
            </a:r>
          </a:p>
          <a:p>
            <a:pPr>
              <a:spcAft>
                <a:spcPts val="600"/>
              </a:spcAft>
              <a:buSzPct val="80000"/>
              <a:buFont typeface="Wingdings" panose="05000000000000000000" pitchFamily="2" charset="2"/>
              <a:buChar char="Ø"/>
            </a:pPr>
            <a:r>
              <a:rPr lang="vi-VN" sz="2000" dirty="0">
                <a:highlight>
                  <a:srgbClr val="FFFF00"/>
                </a:highlight>
              </a:rPr>
              <a:t>Mối quan hệ:</a:t>
            </a:r>
            <a:r>
              <a:rPr lang="vi-VN" sz="2000" dirty="0"/>
              <a:t> </a:t>
            </a:r>
            <a:r>
              <a:rPr lang="vi-VN" sz="2000" i="1" dirty="0"/>
              <a:t>Form1</a:t>
            </a:r>
            <a:r>
              <a:rPr lang="vi-VN" sz="2000" dirty="0"/>
              <a:t> </a:t>
            </a:r>
            <a:r>
              <a:rPr lang="vi-VN" sz="2000" dirty="0">
                <a:sym typeface="Wingdings" panose="05000000000000000000" pitchFamily="2" charset="2"/>
              </a:rPr>
              <a:t> </a:t>
            </a:r>
            <a:r>
              <a:rPr lang="vi-VN" sz="2000" i="1" dirty="0">
                <a:sym typeface="Wingdings" panose="05000000000000000000" pitchFamily="2" charset="2"/>
              </a:rPr>
              <a:t>Danh sách </a:t>
            </a:r>
            <a:r>
              <a:rPr lang="vi-VN" sz="2000" i="1" dirty="0" err="1">
                <a:sym typeface="Wingdings" panose="05000000000000000000" pitchFamily="2" charset="2"/>
              </a:rPr>
              <a:t>Student</a:t>
            </a:r>
            <a:r>
              <a:rPr lang="vi-VN" sz="2000" i="1" dirty="0">
                <a:sym typeface="Wingdings" panose="05000000000000000000" pitchFamily="2" charset="2"/>
              </a:rPr>
              <a:t> </a:t>
            </a:r>
            <a:r>
              <a:rPr lang="vi-VN" sz="2000" dirty="0">
                <a:sym typeface="Wingdings" panose="05000000000000000000" pitchFamily="2" charset="2"/>
              </a:rPr>
              <a:t> </a:t>
            </a:r>
            <a:r>
              <a:rPr lang="vi-VN" sz="2000" i="1" dirty="0" err="1">
                <a:sym typeface="Wingdings" panose="05000000000000000000" pitchFamily="2" charset="2"/>
              </a:rPr>
              <a:t>File</a:t>
            </a:r>
            <a:r>
              <a:rPr lang="vi-VN" sz="2000" i="1" dirty="0">
                <a:sym typeface="Wingdings" panose="05000000000000000000" pitchFamily="2" charset="2"/>
              </a:rPr>
              <a:t> .</a:t>
            </a:r>
            <a:r>
              <a:rPr lang="vi-VN" sz="2000" i="1" dirty="0" err="1">
                <a:sym typeface="Wingdings" panose="05000000000000000000" pitchFamily="2" charset="2"/>
              </a:rPr>
              <a:t>txt</a:t>
            </a:r>
            <a:endParaRPr lang="vi-VN" sz="20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E6F599F7-FD5C-530B-3D0F-FD50486DE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66" y="2040466"/>
            <a:ext cx="3670160" cy="220821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4131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0B830C8E-01B3-147D-3CEA-8A3DA55D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0BD3696A-D19B-B0DA-CDAF-EC436BB7C9A8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4A8A8BDC-DE55-8B31-1D2A-0274AE044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3604" y="2112767"/>
            <a:ext cx="4394682" cy="1592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Thiết kế giao diện</a:t>
            </a:r>
            <a:endParaRPr dirty="0"/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99075278-A83A-8DDE-5F0A-A03837FFF47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03</a:t>
            </a:r>
            <a:endParaRPr dirty="0"/>
          </a:p>
        </p:txBody>
      </p:sp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755717DA-E4BD-4001-33B6-275A8FD93D10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69414050-7A27-8207-1D27-C68F5D252A55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73F2B179-3B83-0545-26D9-D4407342EB7E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18E9B639-1F02-DD9A-20B5-CDE61AABBB31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7CF1DDFE-EBA0-6E76-F56B-5DF79E93ECAF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0E6F4961-7CC5-5B7B-B68B-DD79DA242918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EBB4E713-5565-5394-B95A-1DFE4944F01B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4F207D17-0A9E-1DEF-B8BB-BD4D65E575C5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F9DA6C29-45C4-B041-5856-2B247A762A0B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2B3890D4-24BC-5599-E79A-AEC980F06845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642805C3-F3F3-A236-E2F7-28508DF8E152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F6444596-897D-A754-F3D9-A107802938A7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628F675C-8F5A-4D75-2CB2-FAF70D093BE4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C65CA01C-28B6-37EC-94A7-9666FC3FFE99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5DDB3270-78FE-07BA-0018-45773655F4A1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288636D0-D5EC-27A7-DA20-B068D75F0D20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1AA596DE-EE60-88E2-D1D7-DDC82CD29B47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A7F42791-03BD-DE24-9A50-4EF3FA4E2DAE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BE01B1C8-613E-5674-82BF-EC56695B6F5F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5F59FABA-55BF-FEEF-E672-DA6A82C19415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D785D81F-4A04-940D-628C-51CA6C32DC0E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4734C26F-3319-EC8D-140E-A926C2124334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B15B96DE-9EEB-FC90-D5EE-2C4E5B125D45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72F47FED-A3C0-3F76-4A18-67693FFF8BEA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FC2BC070-CC8E-055A-CE16-3B06E8EAD2DB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5136929D-D654-4307-F30D-27D591AAF411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600DC132-39A6-B2D0-1C7C-6F7EDEC5BF47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D9952A82-263A-8B0D-F477-A43B0B0C75A1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81C75EF9-1907-9C98-F92C-F2E98A4CD50F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952FA0D7-FF9C-88FA-5DD1-4A5016D0E949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B1719214-DDAC-2854-6F7B-1D2BEC089B6A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963A5B89-1E32-688D-CA32-0A115C7685C9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091D3445-A63A-4595-C06D-89423618C2ED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B1E4711F-2236-8D2C-5551-6E2EF2232B49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97C4AF88-DEE9-574C-4772-D9696EE042C1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57AF90D7-A345-D1B1-96A4-649C64DB23D8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4EB0B354-0290-7812-EF4F-FD347CFDDA25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0291DE81-AA78-F9A4-A500-3A1B53E7142C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024204A6-E8CA-6636-D997-19989B552E8E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21CB357D-F17F-5644-14BE-D267601298E3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1D872AE3-FA13-9D68-1D88-6209DB9DA995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25742685-7943-D6E3-D0D2-BB41A278B03A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BE649EB9-FF39-83AE-BB3A-2A296178A283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C0BDA316-106B-4D6F-8ECE-7A0D5869CF11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C29711FA-420D-9F28-2E15-E3FCD3AAFE69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84FD9131-B229-6A2C-FCD3-91B892387B0E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06FCA125-5D95-0A4F-4E01-7B93B39C3F83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891E6319-14EB-4D6D-BA1B-292D4F88AEA2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872B6AAD-4C51-3EA4-0F25-DAF426864882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069B38AE-CEB1-71C9-CC38-166F7E0436AB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1875C155-3229-4E4A-4E28-571FED5786D6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515F4C7C-DA99-381E-0165-01DA4D4EED81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1770D0D9-2AE2-BB89-202C-728EF4655F4E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DE9E347C-C047-F5BE-A899-EA5A2C35EC44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385F5113-4170-9819-48D3-4BBDD36AB65C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6DE45066-A0ED-FA22-B3A4-CD8A9365B2E4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E24AE69C-62CA-EA6C-9509-6CAB98253AD6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BB256A78-9A82-9F06-D67E-7F8AEC23D7CA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29924C34-EE96-A1F3-A648-2518046EA804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5AF9B3EB-43D2-00AE-0C55-9778DC0F6901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3E07338A-BDDC-A897-008B-CB20CD26DFB6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DCA8B3E7-9B5E-2B71-DD47-81A2CF343893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2F15A7DF-30C8-F673-4422-9D23578564D7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A0F83D0A-8141-70F2-CFB2-11E6D8DE9123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79AEF3F8-3F67-6B37-9A09-2E0A4A6CB777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FE773E23-F2D8-230A-620B-A4CD92189985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A5A9D2F7-967B-D89D-1C8A-6FDF69178570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DFF7D0E0-1ED5-C922-1765-E65F2B5A6378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A6E3F1CD-7306-47B1-EF30-DB052D313785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E493331A-54F7-6919-1865-99CD9C2A3406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B00EDC34-E621-DEA1-54A4-3EB05B8FF71B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409D5D21-0DBB-59B2-7A08-205D88AB064D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84E7142E-5C3E-CAF3-61FC-4FFD0C7E25CB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15597EAF-B3F3-8EFD-E770-C5A8C1C9E05C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7B17FF49-AA26-C5D2-F1BD-7E875F979A36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DEF86CA5-2FC5-26F1-0080-C64F40D9524B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A5986C8D-A7BB-1676-22AA-79BC76B0BAE7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Chỗ dành sẵn cho Hình ảnh 4">
            <a:extLst>
              <a:ext uri="{FF2B5EF4-FFF2-40B4-BE49-F238E27FC236}">
                <a16:creationId xmlns:a16="http://schemas.microsoft.com/office/drawing/2014/main" id="{1280E8F6-2443-21A5-A15B-C901965B19BB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21633" r="2163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614775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Thiết kế giao diện – Form1</a:t>
            </a:r>
            <a:endParaRPr dirty="0"/>
          </a:p>
        </p:txBody>
      </p:sp>
      <p:sp>
        <p:nvSpPr>
          <p:cNvPr id="1113" name="Google Shape;1113;p34"/>
          <p:cNvSpPr txBox="1">
            <a:spLocks noGrp="1"/>
          </p:cNvSpPr>
          <p:nvPr>
            <p:ph type="subTitle" idx="3"/>
          </p:nvPr>
        </p:nvSpPr>
        <p:spPr>
          <a:xfrm>
            <a:off x="4927994" y="1590769"/>
            <a:ext cx="358494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/>
              <a:t>Giao diện chia thành 2 phần chính :</a:t>
            </a:r>
            <a:endParaRPr sz="2000" dirty="0"/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22A22462-9DAD-4202-461D-F73E77007EC3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4927994" y="2195348"/>
            <a:ext cx="372797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Panel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trái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TextBox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Button)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Panel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phải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DataGridView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sách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Thanh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thống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kê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dưới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(#Tổng SV, #Đạt, #Không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B03A3F74-D988-BB1D-2A50-09D1A3D14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43" y="1166773"/>
            <a:ext cx="4429215" cy="27283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>
          <a:extLst>
            <a:ext uri="{FF2B5EF4-FFF2-40B4-BE49-F238E27FC236}">
              <a16:creationId xmlns:a16="http://schemas.microsoft.com/office/drawing/2014/main" id="{C1ACBD10-FC3F-B763-B713-4DAFAEB7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>
            <a:extLst>
              <a:ext uri="{FF2B5EF4-FFF2-40B4-BE49-F238E27FC236}">
                <a16:creationId xmlns:a16="http://schemas.microsoft.com/office/drawing/2014/main" id="{89C40E9E-7A4E-6265-25CB-C4039D2AF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Thiết kế giao diện – </a:t>
            </a:r>
            <a:r>
              <a:rPr lang="vi-VN" dirty="0" err="1"/>
              <a:t>FormThongKe</a:t>
            </a:r>
            <a:endParaRPr dirty="0"/>
          </a:p>
        </p:txBody>
      </p:sp>
      <p:sp>
        <p:nvSpPr>
          <p:cNvPr id="1113" name="Google Shape;1113;p34">
            <a:extLst>
              <a:ext uri="{FF2B5EF4-FFF2-40B4-BE49-F238E27FC236}">
                <a16:creationId xmlns:a16="http://schemas.microsoft.com/office/drawing/2014/main" id="{C59723BD-13A7-1CA7-95E8-7EDDC400B09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4319" y="1326354"/>
            <a:ext cx="358494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/>
              <a:t>Khi nhấn “Thống Kê”, mở </a:t>
            </a:r>
            <a:r>
              <a:rPr lang="vi-VN" sz="2000" dirty="0" err="1"/>
              <a:t>form</a:t>
            </a:r>
            <a:r>
              <a:rPr lang="vi-VN" sz="2000" dirty="0"/>
              <a:t> phụ:</a:t>
            </a:r>
            <a:endParaRPr sz="2000" dirty="0"/>
          </a:p>
        </p:txBody>
      </p:sp>
      <p:grpSp>
        <p:nvGrpSpPr>
          <p:cNvPr id="1114" name="Google Shape;1114;p34">
            <a:extLst>
              <a:ext uri="{FF2B5EF4-FFF2-40B4-BE49-F238E27FC236}">
                <a16:creationId xmlns:a16="http://schemas.microsoft.com/office/drawing/2014/main" id="{7C6841B9-6D5C-F406-7923-C23D274AB0E1}"/>
              </a:ext>
            </a:extLst>
          </p:cNvPr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>
              <a:extLst>
                <a:ext uri="{FF2B5EF4-FFF2-40B4-BE49-F238E27FC236}">
                  <a16:creationId xmlns:a16="http://schemas.microsoft.com/office/drawing/2014/main" id="{0CEE5E0D-96AA-C1D8-B22C-12157FB5E3DC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>
              <a:extLst>
                <a:ext uri="{FF2B5EF4-FFF2-40B4-BE49-F238E27FC236}">
                  <a16:creationId xmlns:a16="http://schemas.microsoft.com/office/drawing/2014/main" id="{ABA326A7-5FE9-015A-855C-C894F4844C39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>
                <a:extLst>
                  <a:ext uri="{FF2B5EF4-FFF2-40B4-BE49-F238E27FC236}">
                    <a16:creationId xmlns:a16="http://schemas.microsoft.com/office/drawing/2014/main" id="{144EE836-08A2-92B8-E9A8-B376E8C468D9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>
                  <a:extLst>
                    <a:ext uri="{FF2B5EF4-FFF2-40B4-BE49-F238E27FC236}">
                      <a16:creationId xmlns:a16="http://schemas.microsoft.com/office/drawing/2014/main" id="{92EA26DB-87AE-1150-77C7-D6FF2936C7D4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>
                    <a:extLst>
                      <a:ext uri="{FF2B5EF4-FFF2-40B4-BE49-F238E27FC236}">
                        <a16:creationId xmlns:a16="http://schemas.microsoft.com/office/drawing/2014/main" id="{019B1D9B-2BA4-9010-9F3A-1B076BBD056F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>
                    <a:extLst>
                      <a:ext uri="{FF2B5EF4-FFF2-40B4-BE49-F238E27FC236}">
                        <a16:creationId xmlns:a16="http://schemas.microsoft.com/office/drawing/2014/main" id="{44D9CCCA-98CE-8D5A-CDB0-E74BE335E0F3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>
                  <a:extLst>
                    <a:ext uri="{FF2B5EF4-FFF2-40B4-BE49-F238E27FC236}">
                      <a16:creationId xmlns:a16="http://schemas.microsoft.com/office/drawing/2014/main" id="{6357009C-0110-61CA-5375-71355F80B9A4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>
                    <a:extLst>
                      <a:ext uri="{FF2B5EF4-FFF2-40B4-BE49-F238E27FC236}">
                        <a16:creationId xmlns:a16="http://schemas.microsoft.com/office/drawing/2014/main" id="{61C13D44-F79B-6B4B-EA25-079340DDDB0A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>
                    <a:extLst>
                      <a:ext uri="{FF2B5EF4-FFF2-40B4-BE49-F238E27FC236}">
                        <a16:creationId xmlns:a16="http://schemas.microsoft.com/office/drawing/2014/main" id="{9A6AF475-718A-DF25-5BA6-61B25FA27B8A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>
                  <a:extLst>
                    <a:ext uri="{FF2B5EF4-FFF2-40B4-BE49-F238E27FC236}">
                      <a16:creationId xmlns:a16="http://schemas.microsoft.com/office/drawing/2014/main" id="{2A6101C9-7736-DC7C-4902-DFC7A6B95851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>
                    <a:extLst>
                      <a:ext uri="{FF2B5EF4-FFF2-40B4-BE49-F238E27FC236}">
                        <a16:creationId xmlns:a16="http://schemas.microsoft.com/office/drawing/2014/main" id="{632B7E6A-841C-BA5E-C27C-603032C53393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>
                    <a:extLst>
                      <a:ext uri="{FF2B5EF4-FFF2-40B4-BE49-F238E27FC236}">
                        <a16:creationId xmlns:a16="http://schemas.microsoft.com/office/drawing/2014/main" id="{6FC5FA9C-46D7-1AEC-EB20-C6C29A5F52B1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>
                <a:extLst>
                  <a:ext uri="{FF2B5EF4-FFF2-40B4-BE49-F238E27FC236}">
                    <a16:creationId xmlns:a16="http://schemas.microsoft.com/office/drawing/2014/main" id="{D1C8EFA2-8843-A084-8068-7C37C3399932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>
                <a:extLst>
                  <a:ext uri="{FF2B5EF4-FFF2-40B4-BE49-F238E27FC236}">
                    <a16:creationId xmlns:a16="http://schemas.microsoft.com/office/drawing/2014/main" id="{D17B67DC-F103-37BC-DD45-001E088D1A3B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>
                <a:extLst>
                  <a:ext uri="{FF2B5EF4-FFF2-40B4-BE49-F238E27FC236}">
                    <a16:creationId xmlns:a16="http://schemas.microsoft.com/office/drawing/2014/main" id="{98AA29BD-608C-C024-9667-100DB1FA4C47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E97EAA79-ECAD-13BB-36B8-1D7FFAC20CAE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604319" y="2044936"/>
            <a:ext cx="308549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Biểu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đồ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cột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(Column Chart)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hiện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số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lượng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SV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/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Biểu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đồ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tròn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(Pie Chart)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biểu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diễn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tỷ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lệ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trăm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823F538-703E-BD6F-18CD-28D4BF0D1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200" y="1582712"/>
            <a:ext cx="4868644" cy="311549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" name="Google Shape;16327;p67">
            <a:extLst>
              <a:ext uri="{FF2B5EF4-FFF2-40B4-BE49-F238E27FC236}">
                <a16:creationId xmlns:a16="http://schemas.microsoft.com/office/drawing/2014/main" id="{1D31C876-BF62-1417-41AB-5A8DD33D83AB}"/>
              </a:ext>
            </a:extLst>
          </p:cNvPr>
          <p:cNvGrpSpPr/>
          <p:nvPr/>
        </p:nvGrpSpPr>
        <p:grpSpPr>
          <a:xfrm>
            <a:off x="1832138" y="3975921"/>
            <a:ext cx="648595" cy="604545"/>
            <a:chOff x="5632602" y="2025510"/>
            <a:chExt cx="370130" cy="287264"/>
          </a:xfrm>
        </p:grpSpPr>
        <p:sp>
          <p:nvSpPr>
            <p:cNvPr id="8" name="Google Shape;16328;p67">
              <a:extLst>
                <a:ext uri="{FF2B5EF4-FFF2-40B4-BE49-F238E27FC236}">
                  <a16:creationId xmlns:a16="http://schemas.microsoft.com/office/drawing/2014/main" id="{E93907ED-DE4B-1DF9-6346-4D725D71BFF7}"/>
                </a:ext>
              </a:extLst>
            </p:cNvPr>
            <p:cNvSpPr/>
            <p:nvPr/>
          </p:nvSpPr>
          <p:spPr>
            <a:xfrm>
              <a:off x="5695046" y="2050493"/>
              <a:ext cx="296701" cy="191501"/>
            </a:xfrm>
            <a:custGeom>
              <a:avLst/>
              <a:gdLst/>
              <a:ahLst/>
              <a:cxnLst/>
              <a:rect l="l" t="t" r="r" b="b"/>
              <a:pathLst>
                <a:path w="11318" h="7305" extrusionOk="0">
                  <a:moveTo>
                    <a:pt x="0" y="0"/>
                  </a:moveTo>
                  <a:lnTo>
                    <a:pt x="0" y="4649"/>
                  </a:lnTo>
                  <a:lnTo>
                    <a:pt x="780" y="4649"/>
                  </a:lnTo>
                  <a:lnTo>
                    <a:pt x="780" y="5168"/>
                  </a:lnTo>
                  <a:lnTo>
                    <a:pt x="996" y="5240"/>
                  </a:lnTo>
                  <a:cubicBezTo>
                    <a:pt x="1126" y="5284"/>
                    <a:pt x="1242" y="5327"/>
                    <a:pt x="1357" y="5399"/>
                  </a:cubicBezTo>
                  <a:lnTo>
                    <a:pt x="1559" y="5500"/>
                  </a:lnTo>
                  <a:lnTo>
                    <a:pt x="1920" y="5139"/>
                  </a:lnTo>
                  <a:lnTo>
                    <a:pt x="2498" y="5717"/>
                  </a:lnTo>
                  <a:lnTo>
                    <a:pt x="2137" y="6078"/>
                  </a:lnTo>
                  <a:lnTo>
                    <a:pt x="2238" y="6280"/>
                  </a:lnTo>
                  <a:cubicBezTo>
                    <a:pt x="2310" y="6395"/>
                    <a:pt x="2353" y="6511"/>
                    <a:pt x="2397" y="6641"/>
                  </a:cubicBezTo>
                  <a:lnTo>
                    <a:pt x="2454" y="6857"/>
                  </a:lnTo>
                  <a:lnTo>
                    <a:pt x="2974" y="6857"/>
                  </a:lnTo>
                  <a:lnTo>
                    <a:pt x="2974" y="7305"/>
                  </a:lnTo>
                  <a:lnTo>
                    <a:pt x="11318" y="7305"/>
                  </a:lnTo>
                  <a:lnTo>
                    <a:pt x="11318" y="0"/>
                  </a:lnTo>
                  <a:close/>
                </a:path>
              </a:pathLst>
            </a:custGeom>
            <a:solidFill>
              <a:srgbClr val="F2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329;p67">
              <a:extLst>
                <a:ext uri="{FF2B5EF4-FFF2-40B4-BE49-F238E27FC236}">
                  <a16:creationId xmlns:a16="http://schemas.microsoft.com/office/drawing/2014/main" id="{60C7C5FF-5A85-2AB2-F70C-890187854325}"/>
                </a:ext>
              </a:extLst>
            </p:cNvPr>
            <p:cNvSpPr/>
            <p:nvPr/>
          </p:nvSpPr>
          <p:spPr>
            <a:xfrm>
              <a:off x="5735522" y="2241967"/>
              <a:ext cx="50359" cy="23882"/>
            </a:xfrm>
            <a:custGeom>
              <a:avLst/>
              <a:gdLst/>
              <a:ahLst/>
              <a:cxnLst/>
              <a:rect l="l" t="t" r="r" b="b"/>
              <a:pathLst>
                <a:path w="1921" h="911" extrusionOk="0">
                  <a:moveTo>
                    <a:pt x="1098" y="1"/>
                  </a:moveTo>
                  <a:lnTo>
                    <a:pt x="1098" y="30"/>
                  </a:lnTo>
                  <a:lnTo>
                    <a:pt x="434" y="30"/>
                  </a:lnTo>
                  <a:lnTo>
                    <a:pt x="434" y="44"/>
                  </a:lnTo>
                  <a:cubicBezTo>
                    <a:pt x="405" y="376"/>
                    <a:pt x="261" y="679"/>
                    <a:pt x="1" y="910"/>
                  </a:cubicBezTo>
                  <a:lnTo>
                    <a:pt x="1228" y="910"/>
                  </a:lnTo>
                  <a:cubicBezTo>
                    <a:pt x="1271" y="780"/>
                    <a:pt x="1329" y="650"/>
                    <a:pt x="1358" y="520"/>
                  </a:cubicBezTo>
                  <a:lnTo>
                    <a:pt x="1921" y="520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B8C6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330;p67">
              <a:extLst>
                <a:ext uri="{FF2B5EF4-FFF2-40B4-BE49-F238E27FC236}">
                  <a16:creationId xmlns:a16="http://schemas.microsoft.com/office/drawing/2014/main" id="{C59C80AD-E8A3-04FA-70EA-3A9695E5292D}"/>
                </a:ext>
              </a:extLst>
            </p:cNvPr>
            <p:cNvSpPr/>
            <p:nvPr/>
          </p:nvSpPr>
          <p:spPr>
            <a:xfrm>
              <a:off x="5746899" y="2179156"/>
              <a:ext cx="38982" cy="62470"/>
            </a:xfrm>
            <a:custGeom>
              <a:avLst/>
              <a:gdLst/>
              <a:ahLst/>
              <a:cxnLst/>
              <a:rect l="l" t="t" r="r" b="b"/>
              <a:pathLst>
                <a:path w="1487" h="2383" extrusionOk="0">
                  <a:moveTo>
                    <a:pt x="274" y="0"/>
                  </a:moveTo>
                  <a:lnTo>
                    <a:pt x="0" y="275"/>
                  </a:lnTo>
                  <a:lnTo>
                    <a:pt x="534" y="809"/>
                  </a:lnTo>
                  <a:lnTo>
                    <a:pt x="173" y="1170"/>
                  </a:lnTo>
                  <a:lnTo>
                    <a:pt x="274" y="1357"/>
                  </a:lnTo>
                  <a:cubicBezTo>
                    <a:pt x="332" y="1473"/>
                    <a:pt x="390" y="1603"/>
                    <a:pt x="419" y="1718"/>
                  </a:cubicBezTo>
                  <a:lnTo>
                    <a:pt x="491" y="1935"/>
                  </a:lnTo>
                  <a:lnTo>
                    <a:pt x="1010" y="1935"/>
                  </a:lnTo>
                  <a:lnTo>
                    <a:pt x="1010" y="2382"/>
                  </a:lnTo>
                  <a:lnTo>
                    <a:pt x="1487" y="2382"/>
                  </a:lnTo>
                  <a:lnTo>
                    <a:pt x="1487" y="1790"/>
                  </a:lnTo>
                  <a:lnTo>
                    <a:pt x="924" y="1790"/>
                  </a:lnTo>
                  <a:cubicBezTo>
                    <a:pt x="881" y="1574"/>
                    <a:pt x="794" y="1386"/>
                    <a:pt x="678" y="1199"/>
                  </a:cubicBezTo>
                  <a:lnTo>
                    <a:pt x="1083" y="809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B3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331;p67">
              <a:extLst>
                <a:ext uri="{FF2B5EF4-FFF2-40B4-BE49-F238E27FC236}">
                  <a16:creationId xmlns:a16="http://schemas.microsoft.com/office/drawing/2014/main" id="{94997172-1436-2F45-8282-434E263CF93B}"/>
                </a:ext>
              </a:extLst>
            </p:cNvPr>
            <p:cNvSpPr/>
            <p:nvPr/>
          </p:nvSpPr>
          <p:spPr>
            <a:xfrm>
              <a:off x="5698821" y="2168565"/>
              <a:ext cx="42783" cy="26136"/>
            </a:xfrm>
            <a:custGeom>
              <a:avLst/>
              <a:gdLst/>
              <a:ahLst/>
              <a:cxnLst/>
              <a:rect l="l" t="t" r="r" b="b"/>
              <a:pathLst>
                <a:path w="1632" h="997" extrusionOk="0">
                  <a:moveTo>
                    <a:pt x="1" y="0"/>
                  </a:moveTo>
                  <a:lnTo>
                    <a:pt x="1" y="159"/>
                  </a:lnTo>
                  <a:lnTo>
                    <a:pt x="636" y="159"/>
                  </a:lnTo>
                  <a:lnTo>
                    <a:pt x="636" y="679"/>
                  </a:lnTo>
                  <a:lnTo>
                    <a:pt x="852" y="736"/>
                  </a:lnTo>
                  <a:cubicBezTo>
                    <a:pt x="982" y="780"/>
                    <a:pt x="1098" y="823"/>
                    <a:pt x="1213" y="895"/>
                  </a:cubicBezTo>
                  <a:lnTo>
                    <a:pt x="1415" y="996"/>
                  </a:lnTo>
                  <a:lnTo>
                    <a:pt x="1632" y="765"/>
                  </a:lnTo>
                  <a:cubicBezTo>
                    <a:pt x="1473" y="679"/>
                    <a:pt x="1300" y="607"/>
                    <a:pt x="1127" y="563"/>
                  </a:cubicBezTo>
                  <a:lnTo>
                    <a:pt x="1127" y="0"/>
                  </a:lnTo>
                  <a:close/>
                </a:path>
              </a:pathLst>
            </a:custGeom>
            <a:solidFill>
              <a:srgbClr val="B3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332;p67">
              <a:extLst>
                <a:ext uri="{FF2B5EF4-FFF2-40B4-BE49-F238E27FC236}">
                  <a16:creationId xmlns:a16="http://schemas.microsoft.com/office/drawing/2014/main" id="{17EC896B-CF72-9E65-9959-05E7645AB690}"/>
                </a:ext>
              </a:extLst>
            </p:cNvPr>
            <p:cNvSpPr/>
            <p:nvPr/>
          </p:nvSpPr>
          <p:spPr>
            <a:xfrm>
              <a:off x="5695046" y="2050493"/>
              <a:ext cx="9857" cy="118099"/>
            </a:xfrm>
            <a:custGeom>
              <a:avLst/>
              <a:gdLst/>
              <a:ahLst/>
              <a:cxnLst/>
              <a:rect l="l" t="t" r="r" b="b"/>
              <a:pathLst>
                <a:path w="376" h="4505" extrusionOk="0">
                  <a:moveTo>
                    <a:pt x="0" y="0"/>
                  </a:moveTo>
                  <a:lnTo>
                    <a:pt x="0" y="4504"/>
                  </a:lnTo>
                  <a:lnTo>
                    <a:pt x="376" y="4504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B3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333;p67">
              <a:extLst>
                <a:ext uri="{FF2B5EF4-FFF2-40B4-BE49-F238E27FC236}">
                  <a16:creationId xmlns:a16="http://schemas.microsoft.com/office/drawing/2014/main" id="{E1D8D6ED-8B06-3589-6E0A-956D334C6235}"/>
                </a:ext>
              </a:extLst>
            </p:cNvPr>
            <p:cNvSpPr/>
            <p:nvPr/>
          </p:nvSpPr>
          <p:spPr>
            <a:xfrm>
              <a:off x="5695046" y="2049732"/>
              <a:ext cx="296701" cy="9857"/>
            </a:xfrm>
            <a:custGeom>
              <a:avLst/>
              <a:gdLst/>
              <a:ahLst/>
              <a:cxnLst/>
              <a:rect l="l" t="t" r="r" b="b"/>
              <a:pathLst>
                <a:path w="11318" h="376" extrusionOk="0">
                  <a:moveTo>
                    <a:pt x="0" y="1"/>
                  </a:moveTo>
                  <a:lnTo>
                    <a:pt x="0" y="376"/>
                  </a:lnTo>
                  <a:lnTo>
                    <a:pt x="11318" y="376"/>
                  </a:lnTo>
                  <a:lnTo>
                    <a:pt x="11318" y="1"/>
                  </a:lnTo>
                  <a:close/>
                </a:path>
              </a:pathLst>
            </a:custGeom>
            <a:solidFill>
              <a:srgbClr val="B3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334;p67">
              <a:extLst>
                <a:ext uri="{FF2B5EF4-FFF2-40B4-BE49-F238E27FC236}">
                  <a16:creationId xmlns:a16="http://schemas.microsoft.com/office/drawing/2014/main" id="{4BD22B7F-8F5D-50AB-D756-5B1CA50B0950}"/>
                </a:ext>
              </a:extLst>
            </p:cNvPr>
            <p:cNvSpPr/>
            <p:nvPr/>
          </p:nvSpPr>
          <p:spPr>
            <a:xfrm>
              <a:off x="5725324" y="2240473"/>
              <a:ext cx="277014" cy="26503"/>
            </a:xfrm>
            <a:custGeom>
              <a:avLst/>
              <a:gdLst/>
              <a:ahLst/>
              <a:cxnLst/>
              <a:rect l="l" t="t" r="r" b="b"/>
              <a:pathLst>
                <a:path w="10567" h="1011" extrusionOk="0">
                  <a:moveTo>
                    <a:pt x="1487" y="0"/>
                  </a:moveTo>
                  <a:cubicBezTo>
                    <a:pt x="1458" y="0"/>
                    <a:pt x="1444" y="14"/>
                    <a:pt x="1429" y="43"/>
                  </a:cubicBezTo>
                  <a:lnTo>
                    <a:pt x="477" y="43"/>
                  </a:lnTo>
                  <a:cubicBezTo>
                    <a:pt x="462" y="43"/>
                    <a:pt x="433" y="58"/>
                    <a:pt x="433" y="87"/>
                  </a:cubicBezTo>
                  <a:lnTo>
                    <a:pt x="433" y="159"/>
                  </a:lnTo>
                  <a:lnTo>
                    <a:pt x="433" y="188"/>
                  </a:lnTo>
                  <a:lnTo>
                    <a:pt x="433" y="202"/>
                  </a:lnTo>
                  <a:lnTo>
                    <a:pt x="433" y="217"/>
                  </a:lnTo>
                  <a:cubicBezTo>
                    <a:pt x="404" y="505"/>
                    <a:pt x="260" y="765"/>
                    <a:pt x="29" y="924"/>
                  </a:cubicBezTo>
                  <a:cubicBezTo>
                    <a:pt x="0" y="953"/>
                    <a:pt x="15" y="1010"/>
                    <a:pt x="58" y="1010"/>
                  </a:cubicBezTo>
                  <a:lnTo>
                    <a:pt x="10524" y="1010"/>
                  </a:lnTo>
                  <a:cubicBezTo>
                    <a:pt x="10553" y="1010"/>
                    <a:pt x="10567" y="996"/>
                    <a:pt x="10567" y="967"/>
                  </a:cubicBezTo>
                  <a:lnTo>
                    <a:pt x="10567" y="58"/>
                  </a:lnTo>
                  <a:cubicBezTo>
                    <a:pt x="10567" y="29"/>
                    <a:pt x="10553" y="14"/>
                    <a:pt x="10538" y="0"/>
                  </a:cubicBezTo>
                  <a:close/>
                </a:path>
              </a:pathLst>
            </a:custGeom>
            <a:solidFill>
              <a:srgbClr val="6277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335;p67">
              <a:extLst>
                <a:ext uri="{FF2B5EF4-FFF2-40B4-BE49-F238E27FC236}">
                  <a16:creationId xmlns:a16="http://schemas.microsoft.com/office/drawing/2014/main" id="{A6592E7E-83BC-47A3-8CE7-34FCBA888E42}"/>
                </a:ext>
              </a:extLst>
            </p:cNvPr>
            <p:cNvSpPr/>
            <p:nvPr/>
          </p:nvSpPr>
          <p:spPr>
            <a:xfrm>
              <a:off x="5684062" y="2025510"/>
              <a:ext cx="318670" cy="26136"/>
            </a:xfrm>
            <a:custGeom>
              <a:avLst/>
              <a:gdLst/>
              <a:ahLst/>
              <a:cxnLst/>
              <a:rect l="l" t="t" r="r" b="b"/>
              <a:pathLst>
                <a:path w="12156" h="997" extrusionOk="0">
                  <a:moveTo>
                    <a:pt x="44" y="1"/>
                  </a:moveTo>
                  <a:cubicBezTo>
                    <a:pt x="15" y="1"/>
                    <a:pt x="1" y="15"/>
                    <a:pt x="1" y="44"/>
                  </a:cubicBezTo>
                  <a:lnTo>
                    <a:pt x="1" y="953"/>
                  </a:lnTo>
                  <a:cubicBezTo>
                    <a:pt x="1" y="982"/>
                    <a:pt x="15" y="997"/>
                    <a:pt x="44" y="997"/>
                  </a:cubicBezTo>
                  <a:lnTo>
                    <a:pt x="12112" y="997"/>
                  </a:lnTo>
                  <a:cubicBezTo>
                    <a:pt x="12127" y="997"/>
                    <a:pt x="12155" y="982"/>
                    <a:pt x="12155" y="953"/>
                  </a:cubicBezTo>
                  <a:lnTo>
                    <a:pt x="12155" y="44"/>
                  </a:lnTo>
                  <a:cubicBezTo>
                    <a:pt x="12155" y="15"/>
                    <a:pt x="12127" y="1"/>
                    <a:pt x="12112" y="1"/>
                  </a:cubicBezTo>
                  <a:close/>
                </a:path>
              </a:pathLst>
            </a:custGeom>
            <a:solidFill>
              <a:srgbClr val="6277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336;p67">
              <a:extLst>
                <a:ext uri="{FF2B5EF4-FFF2-40B4-BE49-F238E27FC236}">
                  <a16:creationId xmlns:a16="http://schemas.microsoft.com/office/drawing/2014/main" id="{F6C13408-E620-4741-7BCB-6EE45FA3878A}"/>
                </a:ext>
              </a:extLst>
            </p:cNvPr>
            <p:cNvSpPr/>
            <p:nvPr/>
          </p:nvSpPr>
          <p:spPr>
            <a:xfrm>
              <a:off x="5804022" y="2150005"/>
              <a:ext cx="25009" cy="58328"/>
            </a:xfrm>
            <a:custGeom>
              <a:avLst/>
              <a:gdLst/>
              <a:ahLst/>
              <a:cxnLst/>
              <a:rect l="l" t="t" r="r" b="b"/>
              <a:pathLst>
                <a:path w="954" h="2225" extrusionOk="0">
                  <a:moveTo>
                    <a:pt x="1" y="1"/>
                  </a:moveTo>
                  <a:lnTo>
                    <a:pt x="1" y="2224"/>
                  </a:lnTo>
                  <a:lnTo>
                    <a:pt x="953" y="2224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337;p67">
              <a:extLst>
                <a:ext uri="{FF2B5EF4-FFF2-40B4-BE49-F238E27FC236}">
                  <a16:creationId xmlns:a16="http://schemas.microsoft.com/office/drawing/2014/main" id="{F974FDC9-EE68-9B0C-448D-3D1E8C8D4ADC}"/>
                </a:ext>
              </a:extLst>
            </p:cNvPr>
            <p:cNvSpPr/>
            <p:nvPr/>
          </p:nvSpPr>
          <p:spPr>
            <a:xfrm>
              <a:off x="5846779" y="2125048"/>
              <a:ext cx="25009" cy="83285"/>
            </a:xfrm>
            <a:custGeom>
              <a:avLst/>
              <a:gdLst/>
              <a:ahLst/>
              <a:cxnLst/>
              <a:rect l="l" t="t" r="r" b="b"/>
              <a:pathLst>
                <a:path w="954" h="3177" extrusionOk="0">
                  <a:moveTo>
                    <a:pt x="1" y="0"/>
                  </a:moveTo>
                  <a:lnTo>
                    <a:pt x="1" y="3176"/>
                  </a:lnTo>
                  <a:lnTo>
                    <a:pt x="954" y="3176"/>
                  </a:lnTo>
                  <a:lnTo>
                    <a:pt x="954" y="0"/>
                  </a:ln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338;p67">
              <a:extLst>
                <a:ext uri="{FF2B5EF4-FFF2-40B4-BE49-F238E27FC236}">
                  <a16:creationId xmlns:a16="http://schemas.microsoft.com/office/drawing/2014/main" id="{0F1FACED-5D52-01F8-EE61-E6A42D8ADD41}"/>
                </a:ext>
              </a:extLst>
            </p:cNvPr>
            <p:cNvSpPr/>
            <p:nvPr/>
          </p:nvSpPr>
          <p:spPr>
            <a:xfrm>
              <a:off x="5888408" y="2140174"/>
              <a:ext cx="25009" cy="68159"/>
            </a:xfrm>
            <a:custGeom>
              <a:avLst/>
              <a:gdLst/>
              <a:ahLst/>
              <a:cxnLst/>
              <a:rect l="l" t="t" r="r" b="b"/>
              <a:pathLst>
                <a:path w="954" h="2600" extrusionOk="0">
                  <a:moveTo>
                    <a:pt x="1" y="1"/>
                  </a:moveTo>
                  <a:lnTo>
                    <a:pt x="1" y="2599"/>
                  </a:lnTo>
                  <a:lnTo>
                    <a:pt x="954" y="2599"/>
                  </a:lnTo>
                  <a:lnTo>
                    <a:pt x="954" y="1"/>
                  </a:lnTo>
                  <a:close/>
                </a:path>
              </a:pathLst>
            </a:custGeom>
            <a:solidFill>
              <a:srgbClr val="91A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339;p67">
              <a:extLst>
                <a:ext uri="{FF2B5EF4-FFF2-40B4-BE49-F238E27FC236}">
                  <a16:creationId xmlns:a16="http://schemas.microsoft.com/office/drawing/2014/main" id="{BE1882E5-3E71-87AF-FF99-D213CD83C530}"/>
                </a:ext>
              </a:extLst>
            </p:cNvPr>
            <p:cNvSpPr/>
            <p:nvPr/>
          </p:nvSpPr>
          <p:spPr>
            <a:xfrm>
              <a:off x="5932318" y="2090995"/>
              <a:ext cx="25009" cy="117338"/>
            </a:xfrm>
            <a:custGeom>
              <a:avLst/>
              <a:gdLst/>
              <a:ahLst/>
              <a:cxnLst/>
              <a:rect l="l" t="t" r="r" b="b"/>
              <a:pathLst>
                <a:path w="954" h="4476" extrusionOk="0">
                  <a:moveTo>
                    <a:pt x="0" y="0"/>
                  </a:moveTo>
                  <a:lnTo>
                    <a:pt x="0" y="4475"/>
                  </a:lnTo>
                  <a:lnTo>
                    <a:pt x="953" y="447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95A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340;p67">
              <a:extLst>
                <a:ext uri="{FF2B5EF4-FFF2-40B4-BE49-F238E27FC236}">
                  <a16:creationId xmlns:a16="http://schemas.microsoft.com/office/drawing/2014/main" id="{02E4A546-BED6-E5DF-D645-EF54234875A4}"/>
                </a:ext>
              </a:extLst>
            </p:cNvPr>
            <p:cNvSpPr/>
            <p:nvPr/>
          </p:nvSpPr>
          <p:spPr>
            <a:xfrm>
              <a:off x="5719636" y="2082658"/>
              <a:ext cx="47711" cy="11744"/>
            </a:xfrm>
            <a:custGeom>
              <a:avLst/>
              <a:gdLst/>
              <a:ahLst/>
              <a:cxnLst/>
              <a:rect l="l" t="t" r="r" b="b"/>
              <a:pathLst>
                <a:path w="1820" h="448" extrusionOk="0">
                  <a:moveTo>
                    <a:pt x="304" y="0"/>
                  </a:moveTo>
                  <a:cubicBezTo>
                    <a:pt x="1" y="0"/>
                    <a:pt x="1" y="448"/>
                    <a:pt x="304" y="448"/>
                  </a:cubicBezTo>
                  <a:lnTo>
                    <a:pt x="1516" y="448"/>
                  </a:lnTo>
                  <a:cubicBezTo>
                    <a:pt x="1820" y="448"/>
                    <a:pt x="1820" y="0"/>
                    <a:pt x="15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341;p67">
              <a:extLst>
                <a:ext uri="{FF2B5EF4-FFF2-40B4-BE49-F238E27FC236}">
                  <a16:creationId xmlns:a16="http://schemas.microsoft.com/office/drawing/2014/main" id="{82179E4D-DE96-D88D-EBDC-2B401C757160}"/>
                </a:ext>
              </a:extLst>
            </p:cNvPr>
            <p:cNvSpPr/>
            <p:nvPr/>
          </p:nvSpPr>
          <p:spPr>
            <a:xfrm>
              <a:off x="5719636" y="2102346"/>
              <a:ext cx="65118" cy="12138"/>
            </a:xfrm>
            <a:custGeom>
              <a:avLst/>
              <a:gdLst/>
              <a:ahLst/>
              <a:cxnLst/>
              <a:rect l="l" t="t" r="r" b="b"/>
              <a:pathLst>
                <a:path w="2484" h="463" extrusionOk="0">
                  <a:moveTo>
                    <a:pt x="304" y="0"/>
                  </a:moveTo>
                  <a:cubicBezTo>
                    <a:pt x="1" y="0"/>
                    <a:pt x="1" y="462"/>
                    <a:pt x="304" y="462"/>
                  </a:cubicBezTo>
                  <a:lnTo>
                    <a:pt x="2180" y="462"/>
                  </a:lnTo>
                  <a:cubicBezTo>
                    <a:pt x="2484" y="462"/>
                    <a:pt x="2484" y="0"/>
                    <a:pt x="2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342;p67">
              <a:extLst>
                <a:ext uri="{FF2B5EF4-FFF2-40B4-BE49-F238E27FC236}">
                  <a16:creationId xmlns:a16="http://schemas.microsoft.com/office/drawing/2014/main" id="{3851FBBF-39FD-6143-5163-394966330A9B}"/>
                </a:ext>
              </a:extLst>
            </p:cNvPr>
            <p:cNvSpPr/>
            <p:nvPr/>
          </p:nvSpPr>
          <p:spPr>
            <a:xfrm>
              <a:off x="5719636" y="2122374"/>
              <a:ext cx="65118" cy="11771"/>
            </a:xfrm>
            <a:custGeom>
              <a:avLst/>
              <a:gdLst/>
              <a:ahLst/>
              <a:cxnLst/>
              <a:rect l="l" t="t" r="r" b="b"/>
              <a:pathLst>
                <a:path w="2484" h="449" extrusionOk="0">
                  <a:moveTo>
                    <a:pt x="2194" y="1"/>
                  </a:moveTo>
                  <a:cubicBezTo>
                    <a:pt x="2190" y="1"/>
                    <a:pt x="2185" y="1"/>
                    <a:pt x="2180" y="1"/>
                  </a:cubicBezTo>
                  <a:lnTo>
                    <a:pt x="304" y="1"/>
                  </a:lnTo>
                  <a:cubicBezTo>
                    <a:pt x="1" y="1"/>
                    <a:pt x="1" y="449"/>
                    <a:pt x="304" y="449"/>
                  </a:cubicBezTo>
                  <a:lnTo>
                    <a:pt x="2180" y="449"/>
                  </a:lnTo>
                  <a:cubicBezTo>
                    <a:pt x="2479" y="449"/>
                    <a:pt x="2483" y="1"/>
                    <a:pt x="2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343;p67">
              <a:extLst>
                <a:ext uri="{FF2B5EF4-FFF2-40B4-BE49-F238E27FC236}">
                  <a16:creationId xmlns:a16="http://schemas.microsoft.com/office/drawing/2014/main" id="{B9622938-6FCD-4BEC-8E97-5D60AB9C6324}"/>
                </a:ext>
              </a:extLst>
            </p:cNvPr>
            <p:cNvSpPr/>
            <p:nvPr/>
          </p:nvSpPr>
          <p:spPr>
            <a:xfrm>
              <a:off x="5719636" y="2142062"/>
              <a:ext cx="65118" cy="12138"/>
            </a:xfrm>
            <a:custGeom>
              <a:avLst/>
              <a:gdLst/>
              <a:ahLst/>
              <a:cxnLst/>
              <a:rect l="l" t="t" r="r" b="b"/>
              <a:pathLst>
                <a:path w="2484" h="463" extrusionOk="0">
                  <a:moveTo>
                    <a:pt x="304" y="1"/>
                  </a:moveTo>
                  <a:cubicBezTo>
                    <a:pt x="1" y="1"/>
                    <a:pt x="1" y="463"/>
                    <a:pt x="304" y="463"/>
                  </a:cubicBezTo>
                  <a:lnTo>
                    <a:pt x="2180" y="463"/>
                  </a:lnTo>
                  <a:cubicBezTo>
                    <a:pt x="2484" y="448"/>
                    <a:pt x="2484" y="1"/>
                    <a:pt x="2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344;p67">
              <a:extLst>
                <a:ext uri="{FF2B5EF4-FFF2-40B4-BE49-F238E27FC236}">
                  <a16:creationId xmlns:a16="http://schemas.microsoft.com/office/drawing/2014/main" id="{4FFB9AD4-7C60-9CB2-AE8F-46F772DFDE15}"/>
                </a:ext>
              </a:extLst>
            </p:cNvPr>
            <p:cNvSpPr/>
            <p:nvPr/>
          </p:nvSpPr>
          <p:spPr>
            <a:xfrm>
              <a:off x="5632602" y="2168172"/>
              <a:ext cx="144576" cy="144602"/>
            </a:xfrm>
            <a:custGeom>
              <a:avLst/>
              <a:gdLst/>
              <a:ahLst/>
              <a:cxnLst/>
              <a:rect l="l" t="t" r="r" b="b"/>
              <a:pathLst>
                <a:path w="5515" h="5516" extrusionOk="0">
                  <a:moveTo>
                    <a:pt x="3133" y="1748"/>
                  </a:moveTo>
                  <a:lnTo>
                    <a:pt x="3162" y="1762"/>
                  </a:lnTo>
                  <a:lnTo>
                    <a:pt x="3191" y="1776"/>
                  </a:lnTo>
                  <a:lnTo>
                    <a:pt x="3220" y="1776"/>
                  </a:lnTo>
                  <a:lnTo>
                    <a:pt x="3248" y="1791"/>
                  </a:lnTo>
                  <a:lnTo>
                    <a:pt x="3263" y="1805"/>
                  </a:lnTo>
                  <a:lnTo>
                    <a:pt x="3292" y="1820"/>
                  </a:lnTo>
                  <a:lnTo>
                    <a:pt x="3321" y="1834"/>
                  </a:lnTo>
                  <a:lnTo>
                    <a:pt x="3335" y="1849"/>
                  </a:lnTo>
                  <a:lnTo>
                    <a:pt x="3364" y="1863"/>
                  </a:lnTo>
                  <a:lnTo>
                    <a:pt x="3378" y="1863"/>
                  </a:lnTo>
                  <a:lnTo>
                    <a:pt x="3407" y="1877"/>
                  </a:lnTo>
                  <a:lnTo>
                    <a:pt x="3422" y="1892"/>
                  </a:lnTo>
                  <a:lnTo>
                    <a:pt x="3451" y="1906"/>
                  </a:lnTo>
                  <a:lnTo>
                    <a:pt x="3465" y="1921"/>
                  </a:lnTo>
                  <a:lnTo>
                    <a:pt x="3479" y="1935"/>
                  </a:lnTo>
                  <a:lnTo>
                    <a:pt x="3494" y="1950"/>
                  </a:lnTo>
                  <a:lnTo>
                    <a:pt x="3523" y="1979"/>
                  </a:lnTo>
                  <a:lnTo>
                    <a:pt x="3552" y="1993"/>
                  </a:lnTo>
                  <a:lnTo>
                    <a:pt x="3580" y="2022"/>
                  </a:lnTo>
                  <a:lnTo>
                    <a:pt x="3580" y="2036"/>
                  </a:lnTo>
                  <a:lnTo>
                    <a:pt x="3609" y="2051"/>
                  </a:lnTo>
                  <a:lnTo>
                    <a:pt x="3609" y="2065"/>
                  </a:lnTo>
                  <a:lnTo>
                    <a:pt x="3638" y="2080"/>
                  </a:lnTo>
                  <a:lnTo>
                    <a:pt x="3638" y="2094"/>
                  </a:lnTo>
                  <a:lnTo>
                    <a:pt x="3653" y="2123"/>
                  </a:lnTo>
                  <a:lnTo>
                    <a:pt x="3667" y="2137"/>
                  </a:lnTo>
                  <a:lnTo>
                    <a:pt x="3696" y="2152"/>
                  </a:lnTo>
                  <a:lnTo>
                    <a:pt x="3710" y="2181"/>
                  </a:lnTo>
                  <a:lnTo>
                    <a:pt x="3725" y="2195"/>
                  </a:lnTo>
                  <a:lnTo>
                    <a:pt x="3739" y="2224"/>
                  </a:lnTo>
                  <a:lnTo>
                    <a:pt x="3754" y="2253"/>
                  </a:lnTo>
                  <a:lnTo>
                    <a:pt x="3768" y="2267"/>
                  </a:lnTo>
                  <a:lnTo>
                    <a:pt x="3768" y="2296"/>
                  </a:lnTo>
                  <a:lnTo>
                    <a:pt x="3783" y="2325"/>
                  </a:lnTo>
                  <a:lnTo>
                    <a:pt x="3797" y="2339"/>
                  </a:lnTo>
                  <a:lnTo>
                    <a:pt x="3811" y="2368"/>
                  </a:lnTo>
                  <a:lnTo>
                    <a:pt x="3811" y="2397"/>
                  </a:lnTo>
                  <a:lnTo>
                    <a:pt x="3826" y="2412"/>
                  </a:lnTo>
                  <a:lnTo>
                    <a:pt x="3826" y="2440"/>
                  </a:lnTo>
                  <a:lnTo>
                    <a:pt x="3826" y="2469"/>
                  </a:lnTo>
                  <a:lnTo>
                    <a:pt x="3826" y="2498"/>
                  </a:lnTo>
                  <a:lnTo>
                    <a:pt x="3826" y="2513"/>
                  </a:lnTo>
                  <a:lnTo>
                    <a:pt x="3826" y="2541"/>
                  </a:lnTo>
                  <a:lnTo>
                    <a:pt x="3826" y="2556"/>
                  </a:lnTo>
                  <a:lnTo>
                    <a:pt x="3826" y="2570"/>
                  </a:lnTo>
                  <a:lnTo>
                    <a:pt x="3826" y="2599"/>
                  </a:lnTo>
                  <a:lnTo>
                    <a:pt x="3826" y="2628"/>
                  </a:lnTo>
                  <a:lnTo>
                    <a:pt x="3826" y="2671"/>
                  </a:lnTo>
                  <a:lnTo>
                    <a:pt x="3826" y="2700"/>
                  </a:lnTo>
                  <a:cubicBezTo>
                    <a:pt x="3898" y="2715"/>
                    <a:pt x="3898" y="2744"/>
                    <a:pt x="3898" y="2758"/>
                  </a:cubicBezTo>
                  <a:lnTo>
                    <a:pt x="3898" y="2830"/>
                  </a:lnTo>
                  <a:lnTo>
                    <a:pt x="3898" y="2859"/>
                  </a:lnTo>
                  <a:lnTo>
                    <a:pt x="3898" y="2902"/>
                  </a:lnTo>
                  <a:lnTo>
                    <a:pt x="3898" y="2917"/>
                  </a:lnTo>
                  <a:lnTo>
                    <a:pt x="3898" y="2975"/>
                  </a:lnTo>
                  <a:lnTo>
                    <a:pt x="3898" y="2989"/>
                  </a:lnTo>
                  <a:cubicBezTo>
                    <a:pt x="3898" y="3018"/>
                    <a:pt x="3898" y="3032"/>
                    <a:pt x="3884" y="3061"/>
                  </a:cubicBezTo>
                  <a:lnTo>
                    <a:pt x="3869" y="3119"/>
                  </a:lnTo>
                  <a:lnTo>
                    <a:pt x="3869" y="3133"/>
                  </a:lnTo>
                  <a:lnTo>
                    <a:pt x="3855" y="3191"/>
                  </a:lnTo>
                  <a:lnTo>
                    <a:pt x="3855" y="3206"/>
                  </a:lnTo>
                  <a:cubicBezTo>
                    <a:pt x="3826" y="3234"/>
                    <a:pt x="3811" y="3278"/>
                    <a:pt x="3797" y="3321"/>
                  </a:cubicBezTo>
                  <a:lnTo>
                    <a:pt x="3754" y="3379"/>
                  </a:lnTo>
                  <a:cubicBezTo>
                    <a:pt x="3725" y="3436"/>
                    <a:pt x="3682" y="3494"/>
                    <a:pt x="3638" y="3538"/>
                  </a:cubicBezTo>
                  <a:cubicBezTo>
                    <a:pt x="3580" y="3595"/>
                    <a:pt x="3537" y="3639"/>
                    <a:pt x="3479" y="3682"/>
                  </a:cubicBezTo>
                  <a:lnTo>
                    <a:pt x="3451" y="3696"/>
                  </a:lnTo>
                  <a:lnTo>
                    <a:pt x="3422" y="3725"/>
                  </a:lnTo>
                  <a:lnTo>
                    <a:pt x="3407" y="3725"/>
                  </a:lnTo>
                  <a:lnTo>
                    <a:pt x="3378" y="3740"/>
                  </a:lnTo>
                  <a:lnTo>
                    <a:pt x="3364" y="3740"/>
                  </a:lnTo>
                  <a:lnTo>
                    <a:pt x="3350" y="3754"/>
                  </a:lnTo>
                  <a:lnTo>
                    <a:pt x="3292" y="3783"/>
                  </a:lnTo>
                  <a:lnTo>
                    <a:pt x="3263" y="3797"/>
                  </a:lnTo>
                  <a:lnTo>
                    <a:pt x="3234" y="3797"/>
                  </a:lnTo>
                  <a:lnTo>
                    <a:pt x="3191" y="3826"/>
                  </a:lnTo>
                  <a:lnTo>
                    <a:pt x="3075" y="3826"/>
                  </a:lnTo>
                  <a:lnTo>
                    <a:pt x="3003" y="3841"/>
                  </a:lnTo>
                  <a:lnTo>
                    <a:pt x="2657" y="3841"/>
                  </a:lnTo>
                  <a:lnTo>
                    <a:pt x="2599" y="3826"/>
                  </a:lnTo>
                  <a:lnTo>
                    <a:pt x="2527" y="3826"/>
                  </a:lnTo>
                  <a:lnTo>
                    <a:pt x="2498" y="3812"/>
                  </a:lnTo>
                  <a:lnTo>
                    <a:pt x="2455" y="3797"/>
                  </a:lnTo>
                  <a:lnTo>
                    <a:pt x="2411" y="3783"/>
                  </a:lnTo>
                  <a:lnTo>
                    <a:pt x="2382" y="3768"/>
                  </a:lnTo>
                  <a:lnTo>
                    <a:pt x="2325" y="3740"/>
                  </a:lnTo>
                  <a:lnTo>
                    <a:pt x="2310" y="3740"/>
                  </a:lnTo>
                  <a:lnTo>
                    <a:pt x="2267" y="3711"/>
                  </a:lnTo>
                  <a:cubicBezTo>
                    <a:pt x="1978" y="3538"/>
                    <a:pt x="1790" y="3234"/>
                    <a:pt x="1747" y="2902"/>
                  </a:cubicBezTo>
                  <a:lnTo>
                    <a:pt x="1747" y="2888"/>
                  </a:lnTo>
                  <a:lnTo>
                    <a:pt x="1747" y="2845"/>
                  </a:lnTo>
                  <a:lnTo>
                    <a:pt x="1747" y="2772"/>
                  </a:lnTo>
                  <a:lnTo>
                    <a:pt x="1747" y="2686"/>
                  </a:lnTo>
                  <a:lnTo>
                    <a:pt x="1747" y="2657"/>
                  </a:lnTo>
                  <a:lnTo>
                    <a:pt x="1747" y="2614"/>
                  </a:lnTo>
                  <a:lnTo>
                    <a:pt x="1747" y="2585"/>
                  </a:lnTo>
                  <a:lnTo>
                    <a:pt x="1747" y="2556"/>
                  </a:lnTo>
                  <a:lnTo>
                    <a:pt x="1747" y="2541"/>
                  </a:lnTo>
                  <a:lnTo>
                    <a:pt x="1747" y="2513"/>
                  </a:lnTo>
                  <a:lnTo>
                    <a:pt x="1747" y="2484"/>
                  </a:lnTo>
                  <a:lnTo>
                    <a:pt x="1747" y="2469"/>
                  </a:lnTo>
                  <a:lnTo>
                    <a:pt x="1747" y="2440"/>
                  </a:lnTo>
                  <a:lnTo>
                    <a:pt x="1747" y="2412"/>
                  </a:lnTo>
                  <a:lnTo>
                    <a:pt x="1762" y="2397"/>
                  </a:lnTo>
                  <a:lnTo>
                    <a:pt x="1776" y="2368"/>
                  </a:lnTo>
                  <a:lnTo>
                    <a:pt x="1776" y="2339"/>
                  </a:lnTo>
                  <a:lnTo>
                    <a:pt x="1790" y="2325"/>
                  </a:lnTo>
                  <a:lnTo>
                    <a:pt x="1805" y="2296"/>
                  </a:lnTo>
                  <a:lnTo>
                    <a:pt x="1819" y="2267"/>
                  </a:lnTo>
                  <a:lnTo>
                    <a:pt x="1834" y="2253"/>
                  </a:lnTo>
                  <a:lnTo>
                    <a:pt x="1848" y="2224"/>
                  </a:lnTo>
                  <a:lnTo>
                    <a:pt x="1863" y="2195"/>
                  </a:lnTo>
                  <a:lnTo>
                    <a:pt x="1877" y="2181"/>
                  </a:lnTo>
                  <a:lnTo>
                    <a:pt x="1892" y="2152"/>
                  </a:lnTo>
                  <a:lnTo>
                    <a:pt x="1906" y="2137"/>
                  </a:lnTo>
                  <a:lnTo>
                    <a:pt x="1920" y="2108"/>
                  </a:lnTo>
                  <a:lnTo>
                    <a:pt x="1935" y="2094"/>
                  </a:lnTo>
                  <a:lnTo>
                    <a:pt x="1949" y="2080"/>
                  </a:lnTo>
                  <a:lnTo>
                    <a:pt x="1964" y="2051"/>
                  </a:lnTo>
                  <a:lnTo>
                    <a:pt x="1978" y="2036"/>
                  </a:lnTo>
                  <a:lnTo>
                    <a:pt x="1993" y="2022"/>
                  </a:lnTo>
                  <a:lnTo>
                    <a:pt x="2007" y="2007"/>
                  </a:lnTo>
                  <a:lnTo>
                    <a:pt x="2050" y="1979"/>
                  </a:lnTo>
                  <a:lnTo>
                    <a:pt x="2079" y="1935"/>
                  </a:lnTo>
                  <a:lnTo>
                    <a:pt x="2094" y="1935"/>
                  </a:lnTo>
                  <a:lnTo>
                    <a:pt x="2123" y="1906"/>
                  </a:lnTo>
                  <a:lnTo>
                    <a:pt x="2137" y="1892"/>
                  </a:lnTo>
                  <a:lnTo>
                    <a:pt x="2166" y="1877"/>
                  </a:lnTo>
                  <a:lnTo>
                    <a:pt x="2180" y="1863"/>
                  </a:lnTo>
                  <a:lnTo>
                    <a:pt x="2209" y="1849"/>
                  </a:lnTo>
                  <a:lnTo>
                    <a:pt x="2224" y="1849"/>
                  </a:lnTo>
                  <a:lnTo>
                    <a:pt x="2252" y="1834"/>
                  </a:lnTo>
                  <a:lnTo>
                    <a:pt x="2267" y="1820"/>
                  </a:lnTo>
                  <a:lnTo>
                    <a:pt x="2296" y="1805"/>
                  </a:lnTo>
                  <a:lnTo>
                    <a:pt x="2310" y="1791"/>
                  </a:lnTo>
                  <a:lnTo>
                    <a:pt x="2339" y="1776"/>
                  </a:lnTo>
                  <a:lnTo>
                    <a:pt x="2368" y="1776"/>
                  </a:lnTo>
                  <a:lnTo>
                    <a:pt x="2397" y="1762"/>
                  </a:lnTo>
                  <a:lnTo>
                    <a:pt x="2411" y="1762"/>
                  </a:lnTo>
                  <a:lnTo>
                    <a:pt x="2440" y="1748"/>
                  </a:lnTo>
                  <a:close/>
                  <a:moveTo>
                    <a:pt x="2209" y="1"/>
                  </a:moveTo>
                  <a:cubicBezTo>
                    <a:pt x="2166" y="1"/>
                    <a:pt x="2137" y="44"/>
                    <a:pt x="2137" y="87"/>
                  </a:cubicBezTo>
                  <a:lnTo>
                    <a:pt x="2137" y="578"/>
                  </a:lnTo>
                  <a:cubicBezTo>
                    <a:pt x="1964" y="622"/>
                    <a:pt x="1805" y="679"/>
                    <a:pt x="1646" y="766"/>
                  </a:cubicBezTo>
                  <a:lnTo>
                    <a:pt x="1300" y="434"/>
                  </a:lnTo>
                  <a:cubicBezTo>
                    <a:pt x="1285" y="419"/>
                    <a:pt x="1267" y="412"/>
                    <a:pt x="1247" y="412"/>
                  </a:cubicBezTo>
                  <a:cubicBezTo>
                    <a:pt x="1228" y="412"/>
                    <a:pt x="1206" y="419"/>
                    <a:pt x="1184" y="434"/>
                  </a:cubicBezTo>
                  <a:lnTo>
                    <a:pt x="419" y="1199"/>
                  </a:lnTo>
                  <a:cubicBezTo>
                    <a:pt x="390" y="1228"/>
                    <a:pt x="390" y="1286"/>
                    <a:pt x="419" y="1314"/>
                  </a:cubicBezTo>
                  <a:lnTo>
                    <a:pt x="766" y="1661"/>
                  </a:lnTo>
                  <a:cubicBezTo>
                    <a:pt x="679" y="1805"/>
                    <a:pt x="607" y="1964"/>
                    <a:pt x="563" y="2137"/>
                  </a:cubicBezTo>
                  <a:lnTo>
                    <a:pt x="73" y="2137"/>
                  </a:lnTo>
                  <a:cubicBezTo>
                    <a:pt x="29" y="2137"/>
                    <a:pt x="0" y="2181"/>
                    <a:pt x="0" y="2224"/>
                  </a:cubicBezTo>
                  <a:lnTo>
                    <a:pt x="0" y="3307"/>
                  </a:lnTo>
                  <a:cubicBezTo>
                    <a:pt x="0" y="3350"/>
                    <a:pt x="29" y="3393"/>
                    <a:pt x="73" y="3393"/>
                  </a:cubicBezTo>
                  <a:lnTo>
                    <a:pt x="563" y="3393"/>
                  </a:lnTo>
                  <a:cubicBezTo>
                    <a:pt x="607" y="3552"/>
                    <a:pt x="679" y="3725"/>
                    <a:pt x="766" y="3870"/>
                  </a:cubicBezTo>
                  <a:lnTo>
                    <a:pt x="419" y="4216"/>
                  </a:lnTo>
                  <a:cubicBezTo>
                    <a:pt x="390" y="4245"/>
                    <a:pt x="390" y="4303"/>
                    <a:pt x="419" y="4331"/>
                  </a:cubicBezTo>
                  <a:lnTo>
                    <a:pt x="1184" y="5097"/>
                  </a:lnTo>
                  <a:cubicBezTo>
                    <a:pt x="1206" y="5111"/>
                    <a:pt x="1228" y="5118"/>
                    <a:pt x="1247" y="5118"/>
                  </a:cubicBezTo>
                  <a:cubicBezTo>
                    <a:pt x="1267" y="5118"/>
                    <a:pt x="1285" y="5111"/>
                    <a:pt x="1300" y="5097"/>
                  </a:cubicBezTo>
                  <a:lnTo>
                    <a:pt x="1646" y="4750"/>
                  </a:lnTo>
                  <a:cubicBezTo>
                    <a:pt x="1805" y="4837"/>
                    <a:pt x="1964" y="4909"/>
                    <a:pt x="2123" y="4952"/>
                  </a:cubicBezTo>
                  <a:lnTo>
                    <a:pt x="2123" y="5443"/>
                  </a:lnTo>
                  <a:cubicBezTo>
                    <a:pt x="2123" y="5486"/>
                    <a:pt x="2166" y="5515"/>
                    <a:pt x="2209" y="5515"/>
                  </a:cubicBezTo>
                  <a:lnTo>
                    <a:pt x="3292" y="5515"/>
                  </a:lnTo>
                  <a:cubicBezTo>
                    <a:pt x="3335" y="5515"/>
                    <a:pt x="3378" y="5486"/>
                    <a:pt x="3378" y="5443"/>
                  </a:cubicBezTo>
                  <a:lnTo>
                    <a:pt x="3378" y="4952"/>
                  </a:lnTo>
                  <a:cubicBezTo>
                    <a:pt x="3552" y="4909"/>
                    <a:pt x="3710" y="4837"/>
                    <a:pt x="3855" y="4750"/>
                  </a:cubicBezTo>
                  <a:lnTo>
                    <a:pt x="4201" y="5097"/>
                  </a:lnTo>
                  <a:cubicBezTo>
                    <a:pt x="4216" y="5111"/>
                    <a:pt x="4237" y="5118"/>
                    <a:pt x="4259" y="5118"/>
                  </a:cubicBezTo>
                  <a:cubicBezTo>
                    <a:pt x="4281" y="5118"/>
                    <a:pt x="4302" y="5111"/>
                    <a:pt x="4317" y="5097"/>
                  </a:cubicBezTo>
                  <a:lnTo>
                    <a:pt x="5082" y="4331"/>
                  </a:lnTo>
                  <a:cubicBezTo>
                    <a:pt x="5125" y="4303"/>
                    <a:pt x="5125" y="4245"/>
                    <a:pt x="5082" y="4216"/>
                  </a:cubicBezTo>
                  <a:lnTo>
                    <a:pt x="4750" y="3870"/>
                  </a:lnTo>
                  <a:cubicBezTo>
                    <a:pt x="4836" y="3725"/>
                    <a:pt x="4894" y="3552"/>
                    <a:pt x="4952" y="3393"/>
                  </a:cubicBezTo>
                  <a:lnTo>
                    <a:pt x="5428" y="3393"/>
                  </a:lnTo>
                  <a:cubicBezTo>
                    <a:pt x="5472" y="3393"/>
                    <a:pt x="5515" y="3350"/>
                    <a:pt x="5515" y="3307"/>
                  </a:cubicBezTo>
                  <a:lnTo>
                    <a:pt x="5515" y="2224"/>
                  </a:lnTo>
                  <a:cubicBezTo>
                    <a:pt x="5515" y="2181"/>
                    <a:pt x="5472" y="2137"/>
                    <a:pt x="5428" y="2137"/>
                  </a:cubicBezTo>
                  <a:lnTo>
                    <a:pt x="4952" y="2137"/>
                  </a:lnTo>
                  <a:cubicBezTo>
                    <a:pt x="4894" y="1964"/>
                    <a:pt x="4836" y="1805"/>
                    <a:pt x="4750" y="1661"/>
                  </a:cubicBezTo>
                  <a:lnTo>
                    <a:pt x="5096" y="1314"/>
                  </a:lnTo>
                  <a:cubicBezTo>
                    <a:pt x="5125" y="1286"/>
                    <a:pt x="5125" y="1228"/>
                    <a:pt x="5096" y="1199"/>
                  </a:cubicBezTo>
                  <a:lnTo>
                    <a:pt x="4317" y="434"/>
                  </a:lnTo>
                  <a:cubicBezTo>
                    <a:pt x="4302" y="412"/>
                    <a:pt x="4281" y="401"/>
                    <a:pt x="4259" y="401"/>
                  </a:cubicBezTo>
                  <a:cubicBezTo>
                    <a:pt x="4237" y="401"/>
                    <a:pt x="4216" y="412"/>
                    <a:pt x="4201" y="434"/>
                  </a:cubicBezTo>
                  <a:lnTo>
                    <a:pt x="3869" y="766"/>
                  </a:lnTo>
                  <a:cubicBezTo>
                    <a:pt x="3710" y="679"/>
                    <a:pt x="3552" y="622"/>
                    <a:pt x="3378" y="564"/>
                  </a:cubicBezTo>
                  <a:lnTo>
                    <a:pt x="3378" y="87"/>
                  </a:lnTo>
                  <a:cubicBezTo>
                    <a:pt x="3378" y="44"/>
                    <a:pt x="3350" y="1"/>
                    <a:pt x="3292" y="1"/>
                  </a:cubicBezTo>
                  <a:close/>
                </a:path>
              </a:pathLst>
            </a:custGeom>
            <a:solidFill>
              <a:srgbClr val="E9E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345;p67">
              <a:extLst>
                <a:ext uri="{FF2B5EF4-FFF2-40B4-BE49-F238E27FC236}">
                  <a16:creationId xmlns:a16="http://schemas.microsoft.com/office/drawing/2014/main" id="{0CE3A1FB-6022-FE88-C92F-3334AB9A6739}"/>
                </a:ext>
              </a:extLst>
            </p:cNvPr>
            <p:cNvSpPr/>
            <p:nvPr/>
          </p:nvSpPr>
          <p:spPr>
            <a:xfrm>
              <a:off x="5669696" y="2213602"/>
              <a:ext cx="29151" cy="54894"/>
            </a:xfrm>
            <a:custGeom>
              <a:avLst/>
              <a:gdLst/>
              <a:ahLst/>
              <a:cxnLst/>
              <a:rect l="l" t="t" r="r" b="b"/>
              <a:pathLst>
                <a:path w="1112" h="2094" extrusionOk="0">
                  <a:moveTo>
                    <a:pt x="708" y="0"/>
                  </a:moveTo>
                  <a:lnTo>
                    <a:pt x="679" y="15"/>
                  </a:lnTo>
                  <a:lnTo>
                    <a:pt x="664" y="15"/>
                  </a:lnTo>
                  <a:lnTo>
                    <a:pt x="635" y="29"/>
                  </a:lnTo>
                  <a:lnTo>
                    <a:pt x="606" y="29"/>
                  </a:lnTo>
                  <a:lnTo>
                    <a:pt x="578" y="43"/>
                  </a:lnTo>
                  <a:lnTo>
                    <a:pt x="563" y="58"/>
                  </a:lnTo>
                  <a:lnTo>
                    <a:pt x="534" y="72"/>
                  </a:lnTo>
                  <a:lnTo>
                    <a:pt x="520" y="87"/>
                  </a:lnTo>
                  <a:lnTo>
                    <a:pt x="491" y="101"/>
                  </a:lnTo>
                  <a:lnTo>
                    <a:pt x="477" y="101"/>
                  </a:lnTo>
                  <a:lnTo>
                    <a:pt x="448" y="130"/>
                  </a:lnTo>
                  <a:lnTo>
                    <a:pt x="433" y="130"/>
                  </a:lnTo>
                  <a:lnTo>
                    <a:pt x="404" y="159"/>
                  </a:lnTo>
                  <a:lnTo>
                    <a:pt x="390" y="159"/>
                  </a:lnTo>
                  <a:lnTo>
                    <a:pt x="361" y="188"/>
                  </a:lnTo>
                  <a:lnTo>
                    <a:pt x="347" y="202"/>
                  </a:lnTo>
                  <a:lnTo>
                    <a:pt x="318" y="231"/>
                  </a:lnTo>
                  <a:lnTo>
                    <a:pt x="274" y="260"/>
                  </a:lnTo>
                  <a:lnTo>
                    <a:pt x="260" y="274"/>
                  </a:lnTo>
                  <a:lnTo>
                    <a:pt x="246" y="289"/>
                  </a:lnTo>
                  <a:lnTo>
                    <a:pt x="231" y="303"/>
                  </a:lnTo>
                  <a:lnTo>
                    <a:pt x="217" y="332"/>
                  </a:lnTo>
                  <a:lnTo>
                    <a:pt x="202" y="303"/>
                  </a:lnTo>
                  <a:lnTo>
                    <a:pt x="188" y="332"/>
                  </a:lnTo>
                  <a:lnTo>
                    <a:pt x="159" y="347"/>
                  </a:lnTo>
                  <a:lnTo>
                    <a:pt x="145" y="375"/>
                  </a:lnTo>
                  <a:lnTo>
                    <a:pt x="130" y="390"/>
                  </a:lnTo>
                  <a:lnTo>
                    <a:pt x="116" y="419"/>
                  </a:lnTo>
                  <a:lnTo>
                    <a:pt x="101" y="448"/>
                  </a:lnTo>
                  <a:lnTo>
                    <a:pt x="87" y="462"/>
                  </a:lnTo>
                  <a:lnTo>
                    <a:pt x="72" y="491"/>
                  </a:lnTo>
                  <a:lnTo>
                    <a:pt x="58" y="520"/>
                  </a:lnTo>
                  <a:lnTo>
                    <a:pt x="58" y="534"/>
                  </a:lnTo>
                  <a:lnTo>
                    <a:pt x="43" y="563"/>
                  </a:lnTo>
                  <a:lnTo>
                    <a:pt x="29" y="592"/>
                  </a:lnTo>
                  <a:lnTo>
                    <a:pt x="15" y="621"/>
                  </a:lnTo>
                  <a:lnTo>
                    <a:pt x="15" y="635"/>
                  </a:lnTo>
                  <a:lnTo>
                    <a:pt x="0" y="664"/>
                  </a:lnTo>
                  <a:lnTo>
                    <a:pt x="0" y="693"/>
                  </a:lnTo>
                  <a:lnTo>
                    <a:pt x="0" y="707"/>
                  </a:lnTo>
                  <a:lnTo>
                    <a:pt x="0" y="736"/>
                  </a:lnTo>
                  <a:lnTo>
                    <a:pt x="0" y="765"/>
                  </a:lnTo>
                  <a:lnTo>
                    <a:pt x="0" y="780"/>
                  </a:lnTo>
                  <a:lnTo>
                    <a:pt x="0" y="823"/>
                  </a:lnTo>
                  <a:lnTo>
                    <a:pt x="0" y="837"/>
                  </a:lnTo>
                  <a:lnTo>
                    <a:pt x="0" y="881"/>
                  </a:lnTo>
                  <a:lnTo>
                    <a:pt x="0" y="910"/>
                  </a:lnTo>
                  <a:lnTo>
                    <a:pt x="0" y="996"/>
                  </a:lnTo>
                  <a:lnTo>
                    <a:pt x="0" y="1068"/>
                  </a:lnTo>
                  <a:lnTo>
                    <a:pt x="0" y="1083"/>
                  </a:lnTo>
                  <a:lnTo>
                    <a:pt x="0" y="1140"/>
                  </a:lnTo>
                  <a:lnTo>
                    <a:pt x="0" y="1155"/>
                  </a:lnTo>
                  <a:cubicBezTo>
                    <a:pt x="43" y="1487"/>
                    <a:pt x="231" y="1790"/>
                    <a:pt x="520" y="1963"/>
                  </a:cubicBezTo>
                  <a:lnTo>
                    <a:pt x="549" y="1963"/>
                  </a:lnTo>
                  <a:lnTo>
                    <a:pt x="578" y="1992"/>
                  </a:lnTo>
                  <a:lnTo>
                    <a:pt x="606" y="1992"/>
                  </a:lnTo>
                  <a:lnTo>
                    <a:pt x="664" y="2021"/>
                  </a:lnTo>
                  <a:lnTo>
                    <a:pt x="693" y="2035"/>
                  </a:lnTo>
                  <a:lnTo>
                    <a:pt x="722" y="2050"/>
                  </a:lnTo>
                  <a:lnTo>
                    <a:pt x="736" y="2050"/>
                  </a:lnTo>
                  <a:lnTo>
                    <a:pt x="780" y="2064"/>
                  </a:lnTo>
                  <a:lnTo>
                    <a:pt x="809" y="2079"/>
                  </a:lnTo>
                  <a:lnTo>
                    <a:pt x="852" y="2093"/>
                  </a:lnTo>
                  <a:lnTo>
                    <a:pt x="1112" y="2093"/>
                  </a:lnTo>
                  <a:lnTo>
                    <a:pt x="1068" y="2079"/>
                  </a:lnTo>
                  <a:lnTo>
                    <a:pt x="1040" y="2064"/>
                  </a:lnTo>
                  <a:lnTo>
                    <a:pt x="996" y="2050"/>
                  </a:lnTo>
                  <a:lnTo>
                    <a:pt x="982" y="2050"/>
                  </a:lnTo>
                  <a:lnTo>
                    <a:pt x="953" y="2035"/>
                  </a:lnTo>
                  <a:lnTo>
                    <a:pt x="924" y="2021"/>
                  </a:lnTo>
                  <a:lnTo>
                    <a:pt x="852" y="1992"/>
                  </a:lnTo>
                  <a:lnTo>
                    <a:pt x="837" y="1992"/>
                  </a:lnTo>
                  <a:lnTo>
                    <a:pt x="809" y="1963"/>
                  </a:lnTo>
                  <a:lnTo>
                    <a:pt x="780" y="1963"/>
                  </a:lnTo>
                  <a:cubicBezTo>
                    <a:pt x="491" y="1790"/>
                    <a:pt x="303" y="1487"/>
                    <a:pt x="260" y="1155"/>
                  </a:cubicBezTo>
                  <a:lnTo>
                    <a:pt x="260" y="1140"/>
                  </a:lnTo>
                  <a:lnTo>
                    <a:pt x="260" y="1112"/>
                  </a:lnTo>
                  <a:lnTo>
                    <a:pt x="260" y="1039"/>
                  </a:lnTo>
                  <a:lnTo>
                    <a:pt x="260" y="953"/>
                  </a:lnTo>
                  <a:lnTo>
                    <a:pt x="260" y="924"/>
                  </a:lnTo>
                  <a:lnTo>
                    <a:pt x="260" y="866"/>
                  </a:lnTo>
                  <a:lnTo>
                    <a:pt x="260" y="852"/>
                  </a:lnTo>
                  <a:lnTo>
                    <a:pt x="260" y="823"/>
                  </a:lnTo>
                  <a:lnTo>
                    <a:pt x="260" y="794"/>
                  </a:lnTo>
                  <a:lnTo>
                    <a:pt x="260" y="765"/>
                  </a:lnTo>
                  <a:lnTo>
                    <a:pt x="260" y="751"/>
                  </a:lnTo>
                  <a:lnTo>
                    <a:pt x="260" y="722"/>
                  </a:lnTo>
                  <a:lnTo>
                    <a:pt x="260" y="707"/>
                  </a:lnTo>
                  <a:lnTo>
                    <a:pt x="260" y="679"/>
                  </a:lnTo>
                  <a:lnTo>
                    <a:pt x="274" y="650"/>
                  </a:lnTo>
                  <a:lnTo>
                    <a:pt x="289" y="621"/>
                  </a:lnTo>
                  <a:lnTo>
                    <a:pt x="303" y="606"/>
                  </a:lnTo>
                  <a:lnTo>
                    <a:pt x="303" y="578"/>
                  </a:lnTo>
                  <a:lnTo>
                    <a:pt x="318" y="549"/>
                  </a:lnTo>
                  <a:lnTo>
                    <a:pt x="332" y="520"/>
                  </a:lnTo>
                  <a:lnTo>
                    <a:pt x="347" y="505"/>
                  </a:lnTo>
                  <a:lnTo>
                    <a:pt x="361" y="476"/>
                  </a:lnTo>
                  <a:lnTo>
                    <a:pt x="375" y="462"/>
                  </a:lnTo>
                  <a:lnTo>
                    <a:pt x="390" y="433"/>
                  </a:lnTo>
                  <a:lnTo>
                    <a:pt x="404" y="419"/>
                  </a:lnTo>
                  <a:lnTo>
                    <a:pt x="419" y="390"/>
                  </a:lnTo>
                  <a:lnTo>
                    <a:pt x="433" y="375"/>
                  </a:lnTo>
                  <a:lnTo>
                    <a:pt x="462" y="347"/>
                  </a:lnTo>
                  <a:lnTo>
                    <a:pt x="477" y="332"/>
                  </a:lnTo>
                  <a:lnTo>
                    <a:pt x="491" y="303"/>
                  </a:lnTo>
                  <a:lnTo>
                    <a:pt x="505" y="289"/>
                  </a:lnTo>
                  <a:lnTo>
                    <a:pt x="520" y="274"/>
                  </a:lnTo>
                  <a:lnTo>
                    <a:pt x="534" y="260"/>
                  </a:lnTo>
                  <a:lnTo>
                    <a:pt x="563" y="231"/>
                  </a:lnTo>
                  <a:lnTo>
                    <a:pt x="606" y="202"/>
                  </a:lnTo>
                  <a:lnTo>
                    <a:pt x="621" y="188"/>
                  </a:lnTo>
                  <a:lnTo>
                    <a:pt x="650" y="159"/>
                  </a:lnTo>
                  <a:lnTo>
                    <a:pt x="664" y="159"/>
                  </a:lnTo>
                  <a:lnTo>
                    <a:pt x="693" y="130"/>
                  </a:lnTo>
                  <a:lnTo>
                    <a:pt x="708" y="130"/>
                  </a:lnTo>
                  <a:lnTo>
                    <a:pt x="736" y="101"/>
                  </a:lnTo>
                  <a:lnTo>
                    <a:pt x="751" y="101"/>
                  </a:lnTo>
                  <a:lnTo>
                    <a:pt x="780" y="87"/>
                  </a:lnTo>
                  <a:lnTo>
                    <a:pt x="794" y="72"/>
                  </a:lnTo>
                  <a:lnTo>
                    <a:pt x="823" y="58"/>
                  </a:lnTo>
                  <a:lnTo>
                    <a:pt x="837" y="43"/>
                  </a:lnTo>
                  <a:lnTo>
                    <a:pt x="866" y="29"/>
                  </a:lnTo>
                  <a:lnTo>
                    <a:pt x="895" y="29"/>
                  </a:lnTo>
                  <a:lnTo>
                    <a:pt x="924" y="15"/>
                  </a:lnTo>
                  <a:lnTo>
                    <a:pt x="938" y="15"/>
                  </a:lnTo>
                  <a:lnTo>
                    <a:pt x="967" y="0"/>
                  </a:lnTo>
                  <a:close/>
                </a:path>
              </a:pathLst>
            </a:custGeom>
            <a:solidFill>
              <a:srgbClr val="B8C6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93115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5B8C60CD-298A-B43A-8D91-7B752139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30AE132E-61CB-7B5D-9D0F-4D92FBB69C3C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9E79B198-4F0E-2B86-4B88-391A3483B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18870" y="2089675"/>
            <a:ext cx="5030397" cy="1592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Demo</a:t>
            </a:r>
            <a:r>
              <a:rPr lang="vi-VN" dirty="0"/>
              <a:t> các chức năng chính</a:t>
            </a:r>
            <a:endParaRPr dirty="0"/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EDF51B99-AAA5-3105-A289-25B645A7044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04</a:t>
            </a:r>
            <a:endParaRPr dirty="0"/>
          </a:p>
        </p:txBody>
      </p:sp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365FB205-0275-890F-FD2B-7F778D0D6B7D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188457C1-020F-745B-B207-D88EB8A1F73C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01CF4EA2-D548-420E-915E-AE22880E95A6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6D14DAF4-079D-1451-31AB-48F10A0EBA83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13A65483-4A55-9E0F-7029-454EFB134B52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2B84FE58-B434-2B82-FE0D-14F95FB925B3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B75CE76E-FB9B-E0DC-B7D1-588F7B619C4F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652C376F-EF9C-8645-21A1-E76673D5C2DA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718B760C-20E2-3A66-B159-603FC94794B9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408B0355-7B7F-DCE4-416C-7A7914638624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C991F0FD-F580-898C-0E6F-8FA86EDF816A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18282EF3-8E7E-3134-F018-ED2D41D58946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F54504B3-0040-0967-09BC-FDA16F053298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1D279934-0DE1-ADDA-04D8-BBCE5FB51E0F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B37D6A63-783B-3F18-B828-147F582E878A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71B451A4-68CF-AAFE-4519-2E103EE0F392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74CDAC93-FCCA-61FE-FDBF-F3FEF4C89A86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9BE8FEDA-1974-5082-129F-708B304DCFEC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FFD79138-A56E-E988-6462-11A3E8E8F377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904EA139-9890-BB35-9DC6-A4DF984162E7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7DE0BEAE-CFB0-E2C6-997D-59F29F3107B5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54A63DAB-385F-A142-22F9-2FF4125521D2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A6EBECA5-C277-412F-CC20-22A3D3E04703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517512B4-2EE5-9223-B518-AA2A64EC6295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F94E9D05-62B1-5275-5920-954F653100E5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A57F5984-4759-26A4-AE5D-6683C15FBD79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729D8F95-89D5-7F10-E037-5E782ED788AB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54D22F13-E14E-A650-B083-EAA1A206D07E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7C57C301-B1CA-431E-9FDC-6B564A79A30C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906BD465-073A-D8FA-8F99-7B152F8B45D3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07A97509-A07C-2499-2742-541E3616AED3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BE68FE08-44A0-157B-2E18-4B83AB8B6021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26467E9B-45EC-2975-9D63-E70EFD32E001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3F799E30-3AC1-0E4A-9387-FA330B3862F8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46FBCEB4-F050-FAD8-96F8-CFB35026B516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EE3421F5-EC28-AEEA-BB71-8E9B3B8B550B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3A56768D-ECE4-FD98-500D-AC33841B54F3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6AFA41FF-2146-38E4-4DBD-9B6CD9BF0B8F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B7F0D59E-1B6F-9A5F-C571-D713528EF881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4F14396F-88E4-9434-EF49-FFBA0DAC7B78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536E671F-4D53-1F77-27E8-2A72BC6CF93C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434FA784-BD67-F7B7-5047-F2C95564A109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F35D51F1-2A38-9B04-A151-C63551087698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9EE1D733-5BBA-E07A-0CA5-792158ED8B65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E2C031C3-FD50-CAF3-65D2-7F455DB8F1A0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2A1B9023-33AA-37A9-505E-37A262A3979B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131F0CA0-C937-E9FB-F973-B7C9DF764B67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A5B1343B-2D99-6D86-F966-55BD928EE51D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B9BF3CCF-E9E3-D22B-4F2D-D725D73A3F94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173B9E5A-11E6-C98C-5388-53CF021F6FE0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28CF3710-5FB5-E218-D8B0-4372C3E98AA1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58B0B5A9-2493-7E2E-D4D6-20BBCECEA500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4B3DD22D-21AA-5F25-4228-F2027A44D316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4FF1A8DD-CAC7-865F-ED42-E0920A9EE016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FEE549A0-5C36-0426-33EB-5C9337F91ABF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4B67000C-AB91-26BE-AD5A-BB41B634BB1D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26BE1285-F1BD-AA1E-ADB4-65F2A12FE14E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E826B153-E6FA-3CFB-490F-0732F6BE2BBA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B2166934-0D5B-6090-D5E1-8C931B89497D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9E3EB0DF-24B8-6AFC-C36C-C579D2FD822A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D5708E15-CEE9-66C9-EB56-93BE0FA6155F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42007F67-190E-B964-44A7-998A870B2C43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ED6D55D2-9349-65AC-66F8-363D1608F0D9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829E7FF0-2156-98F6-606D-DE0A931AABD9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D62932F8-DD93-35CD-8B8F-F535020D7C59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1816EA75-6517-5CAA-A018-E1C9340FB870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24F07C6A-528E-F98E-EBAB-650B44744491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8D5EB5EC-C67A-EBFE-1194-4BD318F0C137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ED2BCBB9-A0F1-7FD9-3345-31CB6C6EFAE0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AD690AD3-8D0B-F420-D699-C9B54801B1C4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E340BFF2-718A-2209-4B33-48EACC4C57D6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33F59912-11B6-3A59-8B85-230B6C64259C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F384635A-C4B6-00FC-791C-500A641A5F03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4295A060-EB5E-15D0-25CF-A3E8C4C9D4CD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6A9777CA-6EB0-7448-7FE2-0883BB5FAF57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141273FC-7A57-8CF1-5BAF-7E7666556DBE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3534879B-9849-946F-C0AF-EAC2688669EE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Chỗ dành sẵn cho Hình ảnh 4">
            <a:extLst>
              <a:ext uri="{FF2B5EF4-FFF2-40B4-BE49-F238E27FC236}">
                <a16:creationId xmlns:a16="http://schemas.microsoft.com/office/drawing/2014/main" id="{60F8FD7A-BD85-07CD-F405-83DA21C79BAB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21875" r="218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8895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Chức năng:</a:t>
            </a:r>
            <a:endParaRPr dirty="0"/>
          </a:p>
        </p:txBody>
      </p:sp>
      <p:graphicFrame>
        <p:nvGraphicFramePr>
          <p:cNvPr id="941" name="Google Shape;941;p29"/>
          <p:cNvGraphicFramePr/>
          <p:nvPr>
            <p:extLst>
              <p:ext uri="{D42A27DB-BD31-4B8C-83A1-F6EECF244321}">
                <p14:modId xmlns:p14="http://schemas.microsoft.com/office/powerpoint/2010/main" val="410083930"/>
              </p:ext>
            </p:extLst>
          </p:nvPr>
        </p:nvGraphicFramePr>
        <p:xfrm>
          <a:off x="842433" y="1093925"/>
          <a:ext cx="7704000" cy="3715143"/>
        </p:xfrm>
        <a:graphic>
          <a:graphicData uri="http://schemas.openxmlformats.org/drawingml/2006/table">
            <a:tbl>
              <a:tblPr>
                <a:noFill/>
                <a:tableStyleId>{79A1FCB2-F26D-4FCB-AA37-8A07D9709E5A}</a:tableStyleId>
              </a:tblPr>
              <a:tblGrid>
                <a:gridCol w="170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8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u="sng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Thêm sinh viên</a:t>
                      </a:r>
                      <a:endParaRPr sz="1600" b="1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Thông tin sinh viên được hiển thị trên bảng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u="sng" dirty="0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Xóa sinh viên</a:t>
                      </a:r>
                      <a:endParaRPr sz="1600" b="1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Xóa thông tin hiển thị trên bảng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u="sng" dirty="0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Cập nhật</a:t>
                      </a:r>
                      <a:endParaRPr sz="1600" b="1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Cập nhật lại dữ liệu đã nhập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u="sng" dirty="0">
                          <a:solidFill>
                            <a:schemeClr val="hlink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Tìm kiếm</a:t>
                      </a:r>
                      <a:endParaRPr sz="1600" b="1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Tìm kiếm sinh viên theo tên / mã </a:t>
                      </a:r>
                      <a:r>
                        <a:rPr lang="vi-VN" sz="1600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sv</a:t>
                      </a: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/ lớp / điểm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u="sng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Open</a:t>
                      </a:r>
                      <a:r>
                        <a:rPr lang="vi-VN" sz="1600" b="1" u="sng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 </a:t>
                      </a:r>
                      <a:r>
                        <a:rPr lang="vi-VN" sz="1600" b="1" u="sng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Save</a:t>
                      </a:r>
                      <a:r>
                        <a:rPr lang="vi-VN" sz="1600" b="1" u="sng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endParaRPr sz="1600" b="1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Lưu và mở </a:t>
                      </a:r>
                      <a:r>
                        <a:rPr lang="vi-VN" sz="1600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file</a:t>
                      </a: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TXT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Sort</a:t>
                      </a:r>
                      <a:endParaRPr sz="16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Sắp xếp lại danh sách sinh viên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Clear</a:t>
                      </a:r>
                      <a:endParaRPr sz="160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Xóa toàn bộ dữ liệu hiển thị trong bảng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751130"/>
                  </a:ext>
                </a:extLst>
              </a:tr>
              <a:tr h="5360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Điểm trung bình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Tính điểm trung bình toàn bộ sinh viên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820121"/>
                  </a:ext>
                </a:extLst>
              </a:tr>
              <a:tr h="3973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-VN" sz="1600" b="1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Thống Kê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vi-VN" sz="16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Thống kê sinh viên và hiển thị biểu đồ dựa theo điểm</a:t>
                      </a:r>
                      <a:endParaRPr sz="16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4"/>
                      </a:solidFill>
                      <a:prstDash val="dash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dashDot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94489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C22C12B5-1AE4-D180-2F4A-7594840A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48DBA0FA-C30A-7B7F-211E-3CA584358584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8C3E3570-51C7-9B18-1D0C-C7BD200E8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3604" y="2112767"/>
            <a:ext cx="4394682" cy="1592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Kết quả kiểm thử</a:t>
            </a:r>
            <a:endParaRPr dirty="0"/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B3E7D31B-DE1C-6D08-1915-716E70BCB6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05</a:t>
            </a:r>
            <a:endParaRPr dirty="0"/>
          </a:p>
        </p:txBody>
      </p:sp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D571F377-C09B-5C29-868C-B19FCC36F625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45D7F1A3-79B3-403B-C8A4-598B77D9A72A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DA1F5147-8347-F0A9-E4E2-0ECC30981133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9E9D754A-8D2E-CE0C-3D34-F3CFA2B6E022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9E1E1F05-574E-46F5-8765-96A5ED685640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0578405A-D9BB-F076-A472-DF7101952806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6172146F-08E0-BC59-9EE9-E31108BC63E4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062502DB-89F3-B415-C8E8-F25F59C5682D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9F62723A-0EF9-803E-4862-E1565B2B4F45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49DB4F48-80B4-443A-A00B-ADDDB54FACCC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A57AE984-5704-B002-1951-ABA121D5A7A8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FC26409D-41FD-8382-A3A1-BE48921787DD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E6BE7925-1638-A30B-8A7C-55094407C9E1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6714E2F6-1020-D503-6D9E-0D467746C296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D02238FC-57A2-853E-3896-91EC01AE1772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74271D34-2A9A-24D9-C2EC-9A0C6FFF1F75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E9EC3C5F-0B3A-A5FD-6850-77E3C2AE5A66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8B5101A4-4D9B-7EE7-EBD6-4419B7649C1A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2191B66F-2329-71E7-E31B-36C81ACA1CD9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CEED2214-E6B5-2F6F-7E8F-E27C9EE9F0BF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4A318489-0052-FC68-0F7E-BEA14F88259A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43C36630-46DF-6C44-A06C-9FC67329F291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308DF0A6-32FE-C529-4C2E-C7BDE9190F89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110ED67B-EE05-BA0E-4D73-3BCB7349B4EA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49582A45-257E-54AD-E45C-CA26A61B9263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0C4969B7-7A48-C924-8C0D-AC49484E0A6B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87F4C553-EF65-0E64-D3B7-D7B77DF22030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BB06E2C4-B8F4-91A8-09A5-4F723E0FF265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1019021C-833A-6C8F-B2DB-6A25077F394A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46C28081-187A-483F-14FF-5EE8EE820BCC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DE1F3124-3486-8BF3-FD18-F42C88992BA8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CDA04EE8-6DE4-8C4F-B38E-6915D56861D2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23B6F24B-7851-336B-8014-DA7F6B5E1567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9F55DFC5-AD7C-B467-B95D-C34AADF9B9E7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1177218A-C073-EA24-0814-308D50A94CB1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C3275B39-39F9-FAFC-E3E6-4F0273590AFD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155F1B9E-02FC-C8C5-BBA6-F307A3E6E785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A4B914FB-35FA-D96A-1992-E0890C118F60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5E434A64-65E8-E061-97FC-F68893512A1B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A5E54ACA-AA48-73CB-5FDF-130881484F80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1BBE5DEF-0322-869D-67A2-048F4D5A4F58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8865F235-6F83-C8FA-4FDA-B557ADCFD01C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3C0ACB13-CA57-1D34-1CBE-14565CB04D0B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C333BCA5-4A0A-1889-96C6-285441E09907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9D625081-38FF-65A9-77C9-52051AF76119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365BBFCD-6545-E5F5-67F7-9AFE3F897D0C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B9608410-37FE-7CF9-03C5-7766CA636787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C7501FBE-7926-8673-9D49-755165B88E35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1B5B3383-0BEB-6179-9D49-F2E48F199112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82AE24CE-1000-0607-30F6-C5B1C9FEAD81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26F17488-5628-DA3E-B2FD-E5666D295408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813A2CB6-291A-B772-1F91-C4B03349842B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31F776CE-5E74-6426-8535-A4A4FB0283EF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5818C860-842A-DE26-AE92-CCC4E02853A3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3FADBA2C-5C2B-7603-431C-46B8860CEC7D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FBB216F3-2E3E-BD77-F7FD-46AA94C841BE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248AC65A-9727-11CE-0CC8-C3EFA4B0141D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F7698EAF-42A5-2601-12BB-28C10EB11665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3BA0BABF-4D24-5BA3-3121-6753F83BBA6D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A4A72437-DF5A-E023-A2CD-D740D8F80909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5349640E-A7CB-2330-3CE3-65CC0C3FBED9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B668B75D-A8FD-4F19-316A-E95BD051E168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1AC3B721-9389-36B5-536F-E7C6E4C2BD01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5D89154C-9FBF-9DC7-4A9E-670F7BB52125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7AD2D7C1-8DF8-8336-DE50-0D4AFAE47F2B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D09929C6-59DA-DB82-1A5A-60A38AC433A6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53420F7C-CBAD-DE3F-54C3-F6F378855320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5361FC5D-640C-2222-CC1D-12FDB4DCA89B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DB386DDC-3426-2F99-D106-3273D6AE581F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B0976179-8A56-6A3C-28CB-743B24CED714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E49052F4-4C37-6C1B-F3D5-4F7908DFA45C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271FDBD7-2FEB-DB73-4398-A76177B5E9C5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EF79B0A5-2AC5-C296-4868-62104B5F3811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7D8A9D77-7983-99D6-44AE-E39466AD54F5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6AFAE6B7-EA0C-60D0-5B46-95A1FB960300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EF370298-58A4-B976-60E6-E9F1B320443E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C3E30876-7C72-7E8F-4B46-057855650152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Chỗ dành sẵn cho Hình ảnh 4">
            <a:extLst>
              <a:ext uri="{FF2B5EF4-FFF2-40B4-BE49-F238E27FC236}">
                <a16:creationId xmlns:a16="http://schemas.microsoft.com/office/drawing/2014/main" id="{E9962CD2-E97C-81F5-4001-5820D0AE6F09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23828" r="2382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0947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7"/>
          <p:cNvSpPr txBox="1">
            <a:spLocks noGrp="1"/>
          </p:cNvSpPr>
          <p:nvPr>
            <p:ph type="title"/>
          </p:nvPr>
        </p:nvSpPr>
        <p:spPr>
          <a:xfrm>
            <a:off x="3130289" y="1793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Kết quả :</a:t>
            </a:r>
            <a:endParaRPr dirty="0"/>
          </a:p>
        </p:txBody>
      </p:sp>
      <p:sp>
        <p:nvSpPr>
          <p:cNvPr id="1159" name="Google Shape;1159;p37"/>
          <p:cNvSpPr txBox="1">
            <a:spLocks noGrp="1"/>
          </p:cNvSpPr>
          <p:nvPr>
            <p:ph type="subTitle" idx="1"/>
          </p:nvPr>
        </p:nvSpPr>
        <p:spPr>
          <a:xfrm>
            <a:off x="602989" y="1987467"/>
            <a:ext cx="25273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vi-VN" sz="2000" b="1" u="sng" dirty="0"/>
              <a:t>Lỗi giao diện :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vi-VN" sz="1800" dirty="0"/>
              <a:t>Không thể phóng to thu nhỏ theo yêu cầu.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vi-VN" sz="1800" dirty="0"/>
              <a:t>Các nút, phông chữ kéo không đúng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vi-VN" sz="1800" dirty="0"/>
              <a:t>Lỗi </a:t>
            </a:r>
            <a:r>
              <a:rPr lang="vi-VN" sz="1800" dirty="0" err="1"/>
              <a:t>font</a:t>
            </a:r>
            <a:endParaRPr lang="vi-VN" sz="1800" dirty="0"/>
          </a:p>
          <a:p>
            <a:pPr marL="285750" lvl="0" indent="-285750" algn="l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vi-VN" sz="1800" dirty="0"/>
              <a:t>Bể giao diện</a:t>
            </a:r>
            <a:endParaRPr sz="1800" dirty="0"/>
          </a:p>
        </p:txBody>
      </p:sp>
      <p:sp>
        <p:nvSpPr>
          <p:cNvPr id="3" name="Google Shape;1145;p36">
            <a:extLst>
              <a:ext uri="{FF2B5EF4-FFF2-40B4-BE49-F238E27FC236}">
                <a16:creationId xmlns:a16="http://schemas.microsoft.com/office/drawing/2014/main" id="{FD73A019-10F9-1E8F-259A-127DB71F8CCF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602989" y="1267270"/>
            <a:ext cx="2869679" cy="6524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i="1" dirty="0"/>
              <a:t>Tổng số </a:t>
            </a:r>
            <a:r>
              <a:rPr lang="vi-VN" i="1" dirty="0" err="1"/>
              <a:t>Testcase</a:t>
            </a:r>
            <a:r>
              <a:rPr lang="vi-VN" i="1" dirty="0"/>
              <a:t>: 27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i="1" dirty="0" err="1"/>
              <a:t>Pass</a:t>
            </a:r>
            <a:r>
              <a:rPr lang="vi-VN" i="1" dirty="0"/>
              <a:t>: 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i="1" dirty="0" err="1"/>
              <a:t>Fail</a:t>
            </a:r>
            <a:r>
              <a:rPr lang="vi-VN" i="1" dirty="0"/>
              <a:t>: 2</a:t>
            </a:r>
            <a:endParaRPr i="1" dirty="0"/>
          </a:p>
        </p:txBody>
      </p:sp>
      <p:pic>
        <p:nvPicPr>
          <p:cNvPr id="28" name="Hình ảnh 27">
            <a:extLst>
              <a:ext uri="{FF2B5EF4-FFF2-40B4-BE49-F238E27FC236}">
                <a16:creationId xmlns:a16="http://schemas.microsoft.com/office/drawing/2014/main" id="{37133908-1596-30AA-2F0C-B983A33F3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668" y="1449289"/>
            <a:ext cx="5193129" cy="30917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9" name="Google Shape;10957;p64">
            <a:extLst>
              <a:ext uri="{FF2B5EF4-FFF2-40B4-BE49-F238E27FC236}">
                <a16:creationId xmlns:a16="http://schemas.microsoft.com/office/drawing/2014/main" id="{AD92E350-4C12-9FAD-E106-A4D2155FEEEA}"/>
              </a:ext>
            </a:extLst>
          </p:cNvPr>
          <p:cNvGrpSpPr/>
          <p:nvPr/>
        </p:nvGrpSpPr>
        <p:grpSpPr>
          <a:xfrm>
            <a:off x="2537241" y="150606"/>
            <a:ext cx="601135" cy="572700"/>
            <a:chOff x="3531026" y="1977314"/>
            <a:chExt cx="359232" cy="327836"/>
          </a:xfrm>
        </p:grpSpPr>
        <p:sp>
          <p:nvSpPr>
            <p:cNvPr id="30" name="Google Shape;10958;p64">
              <a:extLst>
                <a:ext uri="{FF2B5EF4-FFF2-40B4-BE49-F238E27FC236}">
                  <a16:creationId xmlns:a16="http://schemas.microsoft.com/office/drawing/2014/main" id="{4518840E-4359-322B-7DD4-EF019AADDF2D}"/>
                </a:ext>
              </a:extLst>
            </p:cNvPr>
            <p:cNvSpPr/>
            <p:nvPr/>
          </p:nvSpPr>
          <p:spPr>
            <a:xfrm>
              <a:off x="3668156" y="1977314"/>
              <a:ext cx="96806" cy="92590"/>
            </a:xfrm>
            <a:custGeom>
              <a:avLst/>
              <a:gdLst/>
              <a:ahLst/>
              <a:cxnLst/>
              <a:rect l="l" t="t" r="r" b="b"/>
              <a:pathLst>
                <a:path w="3697" h="3536" extrusionOk="0">
                  <a:moveTo>
                    <a:pt x="1845" y="862"/>
                  </a:moveTo>
                  <a:cubicBezTo>
                    <a:pt x="2066" y="862"/>
                    <a:pt x="2290" y="944"/>
                    <a:pt x="2472" y="1129"/>
                  </a:cubicBezTo>
                  <a:cubicBezTo>
                    <a:pt x="3044" y="1701"/>
                    <a:pt x="2643" y="2674"/>
                    <a:pt x="1832" y="2674"/>
                  </a:cubicBezTo>
                  <a:cubicBezTo>
                    <a:pt x="1336" y="2674"/>
                    <a:pt x="936" y="2264"/>
                    <a:pt x="936" y="1768"/>
                  </a:cubicBezTo>
                  <a:cubicBezTo>
                    <a:pt x="936" y="1225"/>
                    <a:pt x="1382" y="862"/>
                    <a:pt x="1845" y="862"/>
                  </a:cubicBezTo>
                  <a:close/>
                  <a:moveTo>
                    <a:pt x="1832" y="1"/>
                  </a:moveTo>
                  <a:cubicBezTo>
                    <a:pt x="1732" y="1"/>
                    <a:pt x="1632" y="65"/>
                    <a:pt x="1623" y="194"/>
                  </a:cubicBezTo>
                  <a:lnTo>
                    <a:pt x="1623" y="461"/>
                  </a:lnTo>
                  <a:cubicBezTo>
                    <a:pt x="1422" y="499"/>
                    <a:pt x="1231" y="576"/>
                    <a:pt x="1060" y="700"/>
                  </a:cubicBezTo>
                  <a:lnTo>
                    <a:pt x="869" y="509"/>
                  </a:lnTo>
                  <a:cubicBezTo>
                    <a:pt x="826" y="470"/>
                    <a:pt x="779" y="454"/>
                    <a:pt x="733" y="454"/>
                  </a:cubicBezTo>
                  <a:cubicBezTo>
                    <a:pt x="576" y="454"/>
                    <a:pt x="440" y="649"/>
                    <a:pt x="573" y="805"/>
                  </a:cubicBezTo>
                  <a:lnTo>
                    <a:pt x="764" y="995"/>
                  </a:lnTo>
                  <a:cubicBezTo>
                    <a:pt x="640" y="1158"/>
                    <a:pt x="564" y="1358"/>
                    <a:pt x="526" y="1558"/>
                  </a:cubicBezTo>
                  <a:lnTo>
                    <a:pt x="258" y="1558"/>
                  </a:lnTo>
                  <a:cubicBezTo>
                    <a:pt x="1" y="1577"/>
                    <a:pt x="1" y="1949"/>
                    <a:pt x="258" y="1978"/>
                  </a:cubicBezTo>
                  <a:lnTo>
                    <a:pt x="526" y="1978"/>
                  </a:lnTo>
                  <a:cubicBezTo>
                    <a:pt x="564" y="2178"/>
                    <a:pt x="640" y="2369"/>
                    <a:pt x="764" y="2541"/>
                  </a:cubicBezTo>
                  <a:lnTo>
                    <a:pt x="573" y="2732"/>
                  </a:lnTo>
                  <a:cubicBezTo>
                    <a:pt x="407" y="2876"/>
                    <a:pt x="552" y="3097"/>
                    <a:pt x="715" y="3097"/>
                  </a:cubicBezTo>
                  <a:cubicBezTo>
                    <a:pt x="768" y="3097"/>
                    <a:pt x="822" y="3074"/>
                    <a:pt x="869" y="3018"/>
                  </a:cubicBezTo>
                  <a:lnTo>
                    <a:pt x="1060" y="2837"/>
                  </a:lnTo>
                  <a:cubicBezTo>
                    <a:pt x="1231" y="2951"/>
                    <a:pt x="1422" y="3037"/>
                    <a:pt x="1623" y="3075"/>
                  </a:cubicBezTo>
                  <a:lnTo>
                    <a:pt x="1623" y="3342"/>
                  </a:lnTo>
                  <a:cubicBezTo>
                    <a:pt x="1632" y="3471"/>
                    <a:pt x="1732" y="3535"/>
                    <a:pt x="1832" y="3535"/>
                  </a:cubicBezTo>
                  <a:cubicBezTo>
                    <a:pt x="1933" y="3535"/>
                    <a:pt x="2033" y="3471"/>
                    <a:pt x="2042" y="3342"/>
                  </a:cubicBezTo>
                  <a:lnTo>
                    <a:pt x="2042" y="3066"/>
                  </a:lnTo>
                  <a:cubicBezTo>
                    <a:pt x="2243" y="3037"/>
                    <a:pt x="2443" y="2951"/>
                    <a:pt x="2605" y="2827"/>
                  </a:cubicBezTo>
                  <a:lnTo>
                    <a:pt x="2796" y="3018"/>
                  </a:lnTo>
                  <a:cubicBezTo>
                    <a:pt x="2838" y="3054"/>
                    <a:pt x="2884" y="3069"/>
                    <a:pt x="2929" y="3069"/>
                  </a:cubicBezTo>
                  <a:cubicBezTo>
                    <a:pt x="3084" y="3069"/>
                    <a:pt x="3218" y="2880"/>
                    <a:pt x="3092" y="2732"/>
                  </a:cubicBezTo>
                  <a:lnTo>
                    <a:pt x="2901" y="2541"/>
                  </a:lnTo>
                  <a:cubicBezTo>
                    <a:pt x="3025" y="2369"/>
                    <a:pt x="3101" y="2178"/>
                    <a:pt x="3139" y="1968"/>
                  </a:cubicBezTo>
                  <a:lnTo>
                    <a:pt x="3407" y="1968"/>
                  </a:lnTo>
                  <a:cubicBezTo>
                    <a:pt x="3416" y="1969"/>
                    <a:pt x="3424" y="1970"/>
                    <a:pt x="3433" y="1970"/>
                  </a:cubicBezTo>
                  <a:cubicBezTo>
                    <a:pt x="3696" y="1970"/>
                    <a:pt x="3694" y="1558"/>
                    <a:pt x="3424" y="1558"/>
                  </a:cubicBezTo>
                  <a:cubicBezTo>
                    <a:pt x="3419" y="1558"/>
                    <a:pt x="3413" y="1558"/>
                    <a:pt x="3407" y="1558"/>
                  </a:cubicBezTo>
                  <a:lnTo>
                    <a:pt x="3139" y="1558"/>
                  </a:lnTo>
                  <a:cubicBezTo>
                    <a:pt x="3101" y="1358"/>
                    <a:pt x="3025" y="1158"/>
                    <a:pt x="2901" y="995"/>
                  </a:cubicBezTo>
                  <a:lnTo>
                    <a:pt x="3092" y="805"/>
                  </a:lnTo>
                  <a:cubicBezTo>
                    <a:pt x="3218" y="648"/>
                    <a:pt x="3084" y="458"/>
                    <a:pt x="2928" y="458"/>
                  </a:cubicBezTo>
                  <a:cubicBezTo>
                    <a:pt x="2884" y="458"/>
                    <a:pt x="2838" y="473"/>
                    <a:pt x="2796" y="509"/>
                  </a:cubicBezTo>
                  <a:lnTo>
                    <a:pt x="2605" y="700"/>
                  </a:lnTo>
                  <a:cubicBezTo>
                    <a:pt x="2443" y="576"/>
                    <a:pt x="2243" y="499"/>
                    <a:pt x="2042" y="461"/>
                  </a:cubicBezTo>
                  <a:lnTo>
                    <a:pt x="2042" y="194"/>
                  </a:lnTo>
                  <a:cubicBezTo>
                    <a:pt x="2033" y="65"/>
                    <a:pt x="1933" y="1"/>
                    <a:pt x="1832" y="1"/>
                  </a:cubicBez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959;p64">
              <a:extLst>
                <a:ext uri="{FF2B5EF4-FFF2-40B4-BE49-F238E27FC236}">
                  <a16:creationId xmlns:a16="http://schemas.microsoft.com/office/drawing/2014/main" id="{8DEFA31D-D85B-B3D8-65C4-BAADE84A812B}"/>
                </a:ext>
              </a:extLst>
            </p:cNvPr>
            <p:cNvSpPr/>
            <p:nvPr/>
          </p:nvSpPr>
          <p:spPr>
            <a:xfrm>
              <a:off x="3692901" y="2005960"/>
              <a:ext cx="40744" cy="35140"/>
            </a:xfrm>
            <a:custGeom>
              <a:avLst/>
              <a:gdLst/>
              <a:ahLst/>
              <a:cxnLst/>
              <a:rect l="l" t="t" r="r" b="b"/>
              <a:pathLst>
                <a:path w="1556" h="1342" extrusionOk="0">
                  <a:moveTo>
                    <a:pt x="887" y="417"/>
                  </a:moveTo>
                  <a:cubicBezTo>
                    <a:pt x="1031" y="417"/>
                    <a:pt x="1145" y="531"/>
                    <a:pt x="1145" y="674"/>
                  </a:cubicBezTo>
                  <a:cubicBezTo>
                    <a:pt x="1145" y="824"/>
                    <a:pt x="1016" y="925"/>
                    <a:pt x="882" y="925"/>
                  </a:cubicBezTo>
                  <a:cubicBezTo>
                    <a:pt x="820" y="925"/>
                    <a:pt x="757" y="904"/>
                    <a:pt x="706" y="855"/>
                  </a:cubicBezTo>
                  <a:cubicBezTo>
                    <a:pt x="554" y="693"/>
                    <a:pt x="668" y="417"/>
                    <a:pt x="887" y="417"/>
                  </a:cubicBezTo>
                  <a:close/>
                  <a:moveTo>
                    <a:pt x="886" y="0"/>
                  </a:moveTo>
                  <a:cubicBezTo>
                    <a:pt x="722" y="0"/>
                    <a:pt x="556" y="61"/>
                    <a:pt x="420" y="197"/>
                  </a:cubicBezTo>
                  <a:cubicBezTo>
                    <a:pt x="0" y="617"/>
                    <a:pt x="296" y="1342"/>
                    <a:pt x="887" y="1342"/>
                  </a:cubicBezTo>
                  <a:cubicBezTo>
                    <a:pt x="1260" y="1342"/>
                    <a:pt x="1555" y="1037"/>
                    <a:pt x="1555" y="674"/>
                  </a:cubicBezTo>
                  <a:cubicBezTo>
                    <a:pt x="1555" y="267"/>
                    <a:pt x="1228" y="0"/>
                    <a:pt x="886" y="0"/>
                  </a:cubicBez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0960;p64">
              <a:extLst>
                <a:ext uri="{FF2B5EF4-FFF2-40B4-BE49-F238E27FC236}">
                  <a16:creationId xmlns:a16="http://schemas.microsoft.com/office/drawing/2014/main" id="{D6690915-5F40-8179-7B02-6453488EAE60}"/>
                </a:ext>
              </a:extLst>
            </p:cNvPr>
            <p:cNvSpPr/>
            <p:nvPr/>
          </p:nvSpPr>
          <p:spPr>
            <a:xfrm>
              <a:off x="3531026" y="2088286"/>
              <a:ext cx="276068" cy="216864"/>
            </a:xfrm>
            <a:custGeom>
              <a:avLst/>
              <a:gdLst/>
              <a:ahLst/>
              <a:cxnLst/>
              <a:rect l="l" t="t" r="r" b="b"/>
              <a:pathLst>
                <a:path w="10543" h="8282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lnTo>
                    <a:pt x="0" y="8062"/>
                  </a:lnTo>
                  <a:cubicBezTo>
                    <a:pt x="0" y="8186"/>
                    <a:pt x="96" y="8282"/>
                    <a:pt x="220" y="8282"/>
                  </a:cubicBezTo>
                  <a:lnTo>
                    <a:pt x="10361" y="8282"/>
                  </a:lnTo>
                  <a:cubicBezTo>
                    <a:pt x="10437" y="8282"/>
                    <a:pt x="10504" y="8243"/>
                    <a:pt x="10542" y="8186"/>
                  </a:cubicBezTo>
                  <a:lnTo>
                    <a:pt x="10542" y="1594"/>
                  </a:lnTo>
                  <a:cubicBezTo>
                    <a:pt x="10542" y="1470"/>
                    <a:pt x="10437" y="1375"/>
                    <a:pt x="10313" y="1375"/>
                  </a:cubicBezTo>
                  <a:lnTo>
                    <a:pt x="4265" y="1375"/>
                  </a:lnTo>
                  <a:lnTo>
                    <a:pt x="2948" y="58"/>
                  </a:lnTo>
                  <a:cubicBezTo>
                    <a:pt x="2910" y="20"/>
                    <a:pt x="2853" y="1"/>
                    <a:pt x="2796" y="1"/>
                  </a:cubicBezTo>
                  <a:close/>
                </a:path>
              </a:pathLst>
            </a:custGeom>
            <a:solidFill>
              <a:srgbClr val="A4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0961;p64">
              <a:extLst>
                <a:ext uri="{FF2B5EF4-FFF2-40B4-BE49-F238E27FC236}">
                  <a16:creationId xmlns:a16="http://schemas.microsoft.com/office/drawing/2014/main" id="{490194C4-45AA-EF4B-9A22-C142EDFE5A06}"/>
                </a:ext>
              </a:extLst>
            </p:cNvPr>
            <p:cNvSpPr/>
            <p:nvPr/>
          </p:nvSpPr>
          <p:spPr>
            <a:xfrm>
              <a:off x="3743360" y="2124264"/>
              <a:ext cx="63472" cy="51742"/>
            </a:xfrm>
            <a:custGeom>
              <a:avLst/>
              <a:gdLst/>
              <a:ahLst/>
              <a:cxnLst/>
              <a:rect l="l" t="t" r="r" b="b"/>
              <a:pathLst>
                <a:path w="2424" h="1976" extrusionOk="0">
                  <a:moveTo>
                    <a:pt x="449" y="1"/>
                  </a:moveTo>
                  <a:lnTo>
                    <a:pt x="86" y="363"/>
                  </a:lnTo>
                  <a:cubicBezTo>
                    <a:pt x="0" y="449"/>
                    <a:pt x="0" y="583"/>
                    <a:pt x="86" y="678"/>
                  </a:cubicBezTo>
                  <a:lnTo>
                    <a:pt x="773" y="1365"/>
                  </a:lnTo>
                  <a:cubicBezTo>
                    <a:pt x="816" y="1403"/>
                    <a:pt x="873" y="1422"/>
                    <a:pt x="930" y="1422"/>
                  </a:cubicBezTo>
                  <a:cubicBezTo>
                    <a:pt x="988" y="1422"/>
                    <a:pt x="1045" y="1403"/>
                    <a:pt x="1088" y="1365"/>
                  </a:cubicBezTo>
                  <a:lnTo>
                    <a:pt x="1536" y="917"/>
                  </a:lnTo>
                  <a:cubicBezTo>
                    <a:pt x="1698" y="1002"/>
                    <a:pt x="1861" y="1069"/>
                    <a:pt x="2042" y="1126"/>
                  </a:cubicBezTo>
                  <a:lnTo>
                    <a:pt x="2042" y="1756"/>
                  </a:lnTo>
                  <a:cubicBezTo>
                    <a:pt x="2042" y="1880"/>
                    <a:pt x="2137" y="1975"/>
                    <a:pt x="2261" y="1975"/>
                  </a:cubicBezTo>
                  <a:lnTo>
                    <a:pt x="2423" y="1975"/>
                  </a:lnTo>
                  <a:lnTo>
                    <a:pt x="2423" y="220"/>
                  </a:lnTo>
                  <a:cubicBezTo>
                    <a:pt x="2423" y="106"/>
                    <a:pt x="2328" y="1"/>
                    <a:pt x="2204" y="1"/>
                  </a:cubicBezTo>
                  <a:close/>
                </a:path>
              </a:pathLst>
            </a:custGeom>
            <a:solidFill>
              <a:srgbClr val="9CAC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0962;p64">
              <a:extLst>
                <a:ext uri="{FF2B5EF4-FFF2-40B4-BE49-F238E27FC236}">
                  <a16:creationId xmlns:a16="http://schemas.microsoft.com/office/drawing/2014/main" id="{2F637937-B703-0762-4210-85C43671D937}"/>
                </a:ext>
              </a:extLst>
            </p:cNvPr>
            <p:cNvSpPr/>
            <p:nvPr/>
          </p:nvSpPr>
          <p:spPr>
            <a:xfrm>
              <a:off x="3531026" y="2193471"/>
              <a:ext cx="276068" cy="111443"/>
            </a:xfrm>
            <a:custGeom>
              <a:avLst/>
              <a:gdLst/>
              <a:ahLst/>
              <a:cxnLst/>
              <a:rect l="l" t="t" r="r" b="b"/>
              <a:pathLst>
                <a:path w="10543" h="4256" extrusionOk="0">
                  <a:moveTo>
                    <a:pt x="0" y="0"/>
                  </a:moveTo>
                  <a:lnTo>
                    <a:pt x="0" y="4036"/>
                  </a:lnTo>
                  <a:cubicBezTo>
                    <a:pt x="0" y="4160"/>
                    <a:pt x="96" y="4255"/>
                    <a:pt x="220" y="4255"/>
                  </a:cubicBezTo>
                  <a:lnTo>
                    <a:pt x="10361" y="4255"/>
                  </a:lnTo>
                  <a:cubicBezTo>
                    <a:pt x="10437" y="4255"/>
                    <a:pt x="10504" y="4217"/>
                    <a:pt x="10542" y="4160"/>
                  </a:cubicBezTo>
                  <a:lnTo>
                    <a:pt x="10542" y="0"/>
                  </a:lnTo>
                  <a:close/>
                </a:path>
              </a:pathLst>
            </a:custGeom>
            <a:solidFill>
              <a:srgbClr val="9CAC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0963;p64">
              <a:extLst>
                <a:ext uri="{FF2B5EF4-FFF2-40B4-BE49-F238E27FC236}">
                  <a16:creationId xmlns:a16="http://schemas.microsoft.com/office/drawing/2014/main" id="{A0F18C4C-9BE2-7776-A3C6-E95148AEE3DD}"/>
                </a:ext>
              </a:extLst>
            </p:cNvPr>
            <p:cNvSpPr/>
            <p:nvPr/>
          </p:nvSpPr>
          <p:spPr>
            <a:xfrm>
              <a:off x="3531785" y="2179462"/>
              <a:ext cx="298535" cy="125688"/>
            </a:xfrm>
            <a:custGeom>
              <a:avLst/>
              <a:gdLst/>
              <a:ahLst/>
              <a:cxnLst/>
              <a:rect l="l" t="t" r="r" b="b"/>
              <a:pathLst>
                <a:path w="11401" h="4800" extrusionOk="0">
                  <a:moveTo>
                    <a:pt x="1068" y="1"/>
                  </a:moveTo>
                  <a:cubicBezTo>
                    <a:pt x="964" y="1"/>
                    <a:pt x="868" y="77"/>
                    <a:pt x="849" y="182"/>
                  </a:cubicBezTo>
                  <a:lnTo>
                    <a:pt x="782" y="535"/>
                  </a:lnTo>
                  <a:lnTo>
                    <a:pt x="134" y="3951"/>
                  </a:lnTo>
                  <a:lnTo>
                    <a:pt x="0" y="4676"/>
                  </a:lnTo>
                  <a:cubicBezTo>
                    <a:pt x="38" y="4752"/>
                    <a:pt x="114" y="4800"/>
                    <a:pt x="191" y="4800"/>
                  </a:cubicBezTo>
                  <a:lnTo>
                    <a:pt x="10332" y="4800"/>
                  </a:lnTo>
                  <a:cubicBezTo>
                    <a:pt x="10437" y="4790"/>
                    <a:pt x="10523" y="4723"/>
                    <a:pt x="10542" y="4618"/>
                  </a:cubicBezTo>
                  <a:lnTo>
                    <a:pt x="10675" y="3951"/>
                  </a:lnTo>
                  <a:lnTo>
                    <a:pt x="11372" y="259"/>
                  </a:lnTo>
                  <a:cubicBezTo>
                    <a:pt x="11400" y="125"/>
                    <a:pt x="11295" y="1"/>
                    <a:pt x="11162" y="1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0964;p64">
              <a:extLst>
                <a:ext uri="{FF2B5EF4-FFF2-40B4-BE49-F238E27FC236}">
                  <a16:creationId xmlns:a16="http://schemas.microsoft.com/office/drawing/2014/main" id="{FB9D24B0-E10A-1502-E60A-912326995FA0}"/>
                </a:ext>
              </a:extLst>
            </p:cNvPr>
            <p:cNvSpPr/>
            <p:nvPr/>
          </p:nvSpPr>
          <p:spPr>
            <a:xfrm>
              <a:off x="3531785" y="2282893"/>
              <a:ext cx="279551" cy="22257"/>
            </a:xfrm>
            <a:custGeom>
              <a:avLst/>
              <a:gdLst/>
              <a:ahLst/>
              <a:cxnLst/>
              <a:rect l="l" t="t" r="r" b="b"/>
              <a:pathLst>
                <a:path w="10676" h="850" extrusionOk="0">
                  <a:moveTo>
                    <a:pt x="134" y="1"/>
                  </a:moveTo>
                  <a:lnTo>
                    <a:pt x="29" y="592"/>
                  </a:lnTo>
                  <a:lnTo>
                    <a:pt x="0" y="726"/>
                  </a:lnTo>
                  <a:cubicBezTo>
                    <a:pt x="38" y="802"/>
                    <a:pt x="114" y="850"/>
                    <a:pt x="191" y="850"/>
                  </a:cubicBezTo>
                  <a:lnTo>
                    <a:pt x="10332" y="850"/>
                  </a:lnTo>
                  <a:cubicBezTo>
                    <a:pt x="10437" y="840"/>
                    <a:pt x="10523" y="773"/>
                    <a:pt x="10542" y="668"/>
                  </a:cubicBezTo>
                  <a:lnTo>
                    <a:pt x="10675" y="1"/>
                  </a:lnTo>
                  <a:close/>
                </a:path>
              </a:pathLst>
            </a:custGeom>
            <a:solidFill>
              <a:srgbClr val="A4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0965;p64">
              <a:extLst>
                <a:ext uri="{FF2B5EF4-FFF2-40B4-BE49-F238E27FC236}">
                  <a16:creationId xmlns:a16="http://schemas.microsoft.com/office/drawing/2014/main" id="{372767E1-CF85-9A4B-9D1E-3FB4620DE997}"/>
                </a:ext>
              </a:extLst>
            </p:cNvPr>
            <p:cNvSpPr/>
            <p:nvPr/>
          </p:nvSpPr>
          <p:spPr>
            <a:xfrm>
              <a:off x="3740846" y="2015596"/>
              <a:ext cx="149412" cy="149176"/>
            </a:xfrm>
            <a:custGeom>
              <a:avLst/>
              <a:gdLst/>
              <a:ahLst/>
              <a:cxnLst/>
              <a:rect l="l" t="t" r="r" b="b"/>
              <a:pathLst>
                <a:path w="5706" h="5697" extrusionOk="0">
                  <a:moveTo>
                    <a:pt x="2843" y="1622"/>
                  </a:moveTo>
                  <a:cubicBezTo>
                    <a:pt x="3468" y="1622"/>
                    <a:pt x="4065" y="2109"/>
                    <a:pt x="4065" y="2844"/>
                  </a:cubicBezTo>
                  <a:cubicBezTo>
                    <a:pt x="4065" y="3511"/>
                    <a:pt x="3521" y="4055"/>
                    <a:pt x="2853" y="4055"/>
                  </a:cubicBezTo>
                  <a:cubicBezTo>
                    <a:pt x="1766" y="4055"/>
                    <a:pt x="1222" y="2748"/>
                    <a:pt x="1985" y="1985"/>
                  </a:cubicBezTo>
                  <a:cubicBezTo>
                    <a:pt x="2236" y="1734"/>
                    <a:pt x="2543" y="1622"/>
                    <a:pt x="2843" y="1622"/>
                  </a:cubicBezTo>
                  <a:close/>
                  <a:moveTo>
                    <a:pt x="2787" y="1"/>
                  </a:moveTo>
                  <a:cubicBezTo>
                    <a:pt x="2663" y="1"/>
                    <a:pt x="2567" y="96"/>
                    <a:pt x="2567" y="220"/>
                  </a:cubicBezTo>
                  <a:lnTo>
                    <a:pt x="2567" y="764"/>
                  </a:lnTo>
                  <a:cubicBezTo>
                    <a:pt x="2205" y="812"/>
                    <a:pt x="1861" y="955"/>
                    <a:pt x="1565" y="1184"/>
                  </a:cubicBezTo>
                  <a:lnTo>
                    <a:pt x="1174" y="793"/>
                  </a:lnTo>
                  <a:cubicBezTo>
                    <a:pt x="1131" y="750"/>
                    <a:pt x="1077" y="728"/>
                    <a:pt x="1022" y="728"/>
                  </a:cubicBezTo>
                  <a:cubicBezTo>
                    <a:pt x="967" y="728"/>
                    <a:pt x="912" y="750"/>
                    <a:pt x="869" y="793"/>
                  </a:cubicBezTo>
                  <a:lnTo>
                    <a:pt x="783" y="878"/>
                  </a:lnTo>
                  <a:cubicBezTo>
                    <a:pt x="697" y="964"/>
                    <a:pt x="697" y="1098"/>
                    <a:pt x="783" y="1184"/>
                  </a:cubicBezTo>
                  <a:lnTo>
                    <a:pt x="1174" y="1575"/>
                  </a:lnTo>
                  <a:cubicBezTo>
                    <a:pt x="945" y="1871"/>
                    <a:pt x="802" y="2214"/>
                    <a:pt x="755" y="2577"/>
                  </a:cubicBezTo>
                  <a:lnTo>
                    <a:pt x="230" y="2577"/>
                  </a:lnTo>
                  <a:cubicBezTo>
                    <a:pt x="106" y="2577"/>
                    <a:pt x="1" y="2672"/>
                    <a:pt x="1" y="2796"/>
                  </a:cubicBezTo>
                  <a:lnTo>
                    <a:pt x="1" y="2920"/>
                  </a:lnTo>
                  <a:cubicBezTo>
                    <a:pt x="10" y="3035"/>
                    <a:pt x="106" y="3120"/>
                    <a:pt x="230" y="3120"/>
                  </a:cubicBezTo>
                  <a:lnTo>
                    <a:pt x="774" y="3120"/>
                  </a:lnTo>
                  <a:cubicBezTo>
                    <a:pt x="821" y="3483"/>
                    <a:pt x="964" y="3826"/>
                    <a:pt x="1193" y="4122"/>
                  </a:cubicBezTo>
                  <a:lnTo>
                    <a:pt x="802" y="4513"/>
                  </a:lnTo>
                  <a:cubicBezTo>
                    <a:pt x="716" y="4599"/>
                    <a:pt x="716" y="4733"/>
                    <a:pt x="802" y="4818"/>
                  </a:cubicBezTo>
                  <a:lnTo>
                    <a:pt x="888" y="4904"/>
                  </a:lnTo>
                  <a:cubicBezTo>
                    <a:pt x="931" y="4947"/>
                    <a:pt x="986" y="4969"/>
                    <a:pt x="1041" y="4969"/>
                  </a:cubicBezTo>
                  <a:cubicBezTo>
                    <a:pt x="1096" y="4969"/>
                    <a:pt x="1151" y="4947"/>
                    <a:pt x="1193" y="4904"/>
                  </a:cubicBezTo>
                  <a:lnTo>
                    <a:pt x="1585" y="4513"/>
                  </a:lnTo>
                  <a:cubicBezTo>
                    <a:pt x="1880" y="4742"/>
                    <a:pt x="2224" y="4885"/>
                    <a:pt x="2586" y="4933"/>
                  </a:cubicBezTo>
                  <a:lnTo>
                    <a:pt x="2586" y="5477"/>
                  </a:lnTo>
                  <a:cubicBezTo>
                    <a:pt x="2586" y="5601"/>
                    <a:pt x="2682" y="5696"/>
                    <a:pt x="2806" y="5696"/>
                  </a:cubicBezTo>
                  <a:lnTo>
                    <a:pt x="2930" y="5696"/>
                  </a:lnTo>
                  <a:cubicBezTo>
                    <a:pt x="3044" y="5696"/>
                    <a:pt x="3149" y="5601"/>
                    <a:pt x="3149" y="5477"/>
                  </a:cubicBezTo>
                  <a:lnTo>
                    <a:pt x="3149" y="4933"/>
                  </a:lnTo>
                  <a:cubicBezTo>
                    <a:pt x="3512" y="4885"/>
                    <a:pt x="3855" y="4742"/>
                    <a:pt x="4151" y="4513"/>
                  </a:cubicBezTo>
                  <a:lnTo>
                    <a:pt x="4532" y="4904"/>
                  </a:lnTo>
                  <a:cubicBezTo>
                    <a:pt x="4575" y="4947"/>
                    <a:pt x="4633" y="4969"/>
                    <a:pt x="4690" y="4969"/>
                  </a:cubicBezTo>
                  <a:cubicBezTo>
                    <a:pt x="4747" y="4969"/>
                    <a:pt x="4804" y="4947"/>
                    <a:pt x="4847" y="4904"/>
                  </a:cubicBezTo>
                  <a:lnTo>
                    <a:pt x="4933" y="4818"/>
                  </a:lnTo>
                  <a:cubicBezTo>
                    <a:pt x="5019" y="4733"/>
                    <a:pt x="5019" y="4599"/>
                    <a:pt x="4933" y="4513"/>
                  </a:cubicBezTo>
                  <a:lnTo>
                    <a:pt x="4523" y="4113"/>
                  </a:lnTo>
                  <a:cubicBezTo>
                    <a:pt x="4742" y="3826"/>
                    <a:pt x="4885" y="3483"/>
                    <a:pt x="4933" y="3111"/>
                  </a:cubicBezTo>
                  <a:lnTo>
                    <a:pt x="5486" y="3111"/>
                  </a:lnTo>
                  <a:cubicBezTo>
                    <a:pt x="5601" y="3111"/>
                    <a:pt x="5696" y="3015"/>
                    <a:pt x="5706" y="2901"/>
                  </a:cubicBezTo>
                  <a:lnTo>
                    <a:pt x="5706" y="2777"/>
                  </a:lnTo>
                  <a:cubicBezTo>
                    <a:pt x="5706" y="2662"/>
                    <a:pt x="5601" y="2558"/>
                    <a:pt x="5477" y="2558"/>
                  </a:cubicBezTo>
                  <a:lnTo>
                    <a:pt x="4933" y="2558"/>
                  </a:lnTo>
                  <a:cubicBezTo>
                    <a:pt x="4885" y="2195"/>
                    <a:pt x="4742" y="1852"/>
                    <a:pt x="4513" y="1556"/>
                  </a:cubicBezTo>
                  <a:lnTo>
                    <a:pt x="4904" y="1174"/>
                  </a:lnTo>
                  <a:cubicBezTo>
                    <a:pt x="4990" y="1079"/>
                    <a:pt x="4990" y="945"/>
                    <a:pt x="4904" y="859"/>
                  </a:cubicBezTo>
                  <a:lnTo>
                    <a:pt x="4819" y="774"/>
                  </a:lnTo>
                  <a:cubicBezTo>
                    <a:pt x="4776" y="731"/>
                    <a:pt x="4721" y="709"/>
                    <a:pt x="4666" y="709"/>
                  </a:cubicBezTo>
                  <a:cubicBezTo>
                    <a:pt x="4611" y="709"/>
                    <a:pt x="4556" y="731"/>
                    <a:pt x="4513" y="774"/>
                  </a:cubicBezTo>
                  <a:lnTo>
                    <a:pt x="4122" y="1165"/>
                  </a:lnTo>
                  <a:cubicBezTo>
                    <a:pt x="3826" y="936"/>
                    <a:pt x="3483" y="793"/>
                    <a:pt x="3121" y="745"/>
                  </a:cubicBezTo>
                  <a:lnTo>
                    <a:pt x="3121" y="201"/>
                  </a:lnTo>
                  <a:cubicBezTo>
                    <a:pt x="3111" y="87"/>
                    <a:pt x="3016" y="1"/>
                    <a:pt x="2911" y="1"/>
                  </a:cubicBezTo>
                  <a:close/>
                </a:path>
              </a:pathLst>
            </a:custGeom>
            <a:solidFill>
              <a:srgbClr val="94A3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0966;p64">
              <a:extLst>
                <a:ext uri="{FF2B5EF4-FFF2-40B4-BE49-F238E27FC236}">
                  <a16:creationId xmlns:a16="http://schemas.microsoft.com/office/drawing/2014/main" id="{7D7D1A72-BD72-433A-92DF-D7502BFBA3C8}"/>
                </a:ext>
              </a:extLst>
            </p:cNvPr>
            <p:cNvSpPr/>
            <p:nvPr/>
          </p:nvSpPr>
          <p:spPr>
            <a:xfrm>
              <a:off x="3789576" y="2070532"/>
              <a:ext cx="45221" cy="38780"/>
            </a:xfrm>
            <a:custGeom>
              <a:avLst/>
              <a:gdLst/>
              <a:ahLst/>
              <a:cxnLst/>
              <a:rect l="l" t="t" r="r" b="b"/>
              <a:pathLst>
                <a:path w="1727" h="1481" extrusionOk="0">
                  <a:moveTo>
                    <a:pt x="989" y="0"/>
                  </a:moveTo>
                  <a:cubicBezTo>
                    <a:pt x="807" y="0"/>
                    <a:pt x="620" y="69"/>
                    <a:pt x="468" y="221"/>
                  </a:cubicBezTo>
                  <a:cubicBezTo>
                    <a:pt x="0" y="679"/>
                    <a:pt x="334" y="1480"/>
                    <a:pt x="992" y="1480"/>
                  </a:cubicBezTo>
                  <a:cubicBezTo>
                    <a:pt x="1393" y="1480"/>
                    <a:pt x="1727" y="1146"/>
                    <a:pt x="1727" y="736"/>
                  </a:cubicBezTo>
                  <a:cubicBezTo>
                    <a:pt x="1727" y="292"/>
                    <a:pt x="1367" y="0"/>
                    <a:pt x="989" y="0"/>
                  </a:cubicBezTo>
                  <a:close/>
                </a:path>
              </a:pathLst>
            </a:custGeom>
            <a:solidFill>
              <a:srgbClr val="94A3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0967;p64">
              <a:extLst>
                <a:ext uri="{FF2B5EF4-FFF2-40B4-BE49-F238E27FC236}">
                  <a16:creationId xmlns:a16="http://schemas.microsoft.com/office/drawing/2014/main" id="{166A26BD-7118-5407-F61A-5610A81DB085}"/>
                </a:ext>
              </a:extLst>
            </p:cNvPr>
            <p:cNvSpPr/>
            <p:nvPr/>
          </p:nvSpPr>
          <p:spPr>
            <a:xfrm>
              <a:off x="3531026" y="2088286"/>
              <a:ext cx="111679" cy="36004"/>
            </a:xfrm>
            <a:custGeom>
              <a:avLst/>
              <a:gdLst/>
              <a:ahLst/>
              <a:cxnLst/>
              <a:rect l="l" t="t" r="r" b="b"/>
              <a:pathLst>
                <a:path w="4265" h="1375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lnTo>
                    <a:pt x="0" y="1375"/>
                  </a:lnTo>
                  <a:lnTo>
                    <a:pt x="4265" y="1375"/>
                  </a:lnTo>
                  <a:lnTo>
                    <a:pt x="2948" y="58"/>
                  </a:lnTo>
                  <a:cubicBezTo>
                    <a:pt x="2910" y="20"/>
                    <a:pt x="2853" y="1"/>
                    <a:pt x="2796" y="1"/>
                  </a:cubicBezTo>
                  <a:close/>
                </a:path>
              </a:pathLst>
            </a:custGeom>
            <a:solidFill>
              <a:srgbClr val="9CAC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50A411A7-0F18-2781-4D79-D0426E52E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646B2483-1E4A-64A4-E5B6-5B92A549D510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C461FA47-DF97-E747-4AE9-F3E1822571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3604" y="2112767"/>
            <a:ext cx="4394682" cy="15924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Kết luận &amp; bài học</a:t>
            </a:r>
            <a:endParaRPr dirty="0"/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99B24CBB-B2FA-6C59-C4B2-B3A064570F1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06</a:t>
            </a:r>
            <a:endParaRPr dirty="0"/>
          </a:p>
        </p:txBody>
      </p:sp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2F3750B5-37C4-8FB1-C25A-FC8FF5E7D4DB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8E0E0284-4030-6A04-D7F4-314E509E904A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42C72878-50E0-5B8F-1D28-0650326851E5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29B79AA0-EF60-C077-ABAA-8A9497CFD005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30FDE77A-2E94-F166-921C-E1424D0984EA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983599A5-D2FE-FE36-689E-A8459A6B34F8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F526A80D-B384-9A71-72C6-90D733ABFFAD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930808B3-E699-2253-8AE3-84317AF8703C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741A857E-7EF9-4ABC-3C20-B6E24F3E6321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C811E052-6F64-61E8-9924-B820AEFF9856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EEC77523-5719-4760-5F7D-9826B381907C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25EF2A36-AD13-B2DA-C745-AB30C5A763D7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5EA463BA-CBEE-6ADE-4715-2AB669E89ABA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27CA121A-F216-B722-9214-5761F3060FF3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1A348CD6-D7DA-609A-D3CF-B6E6AFF8242C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5B4566B2-04BD-73D3-4440-942D323D466A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277A3B47-52E3-7969-A69E-C2021907C78A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9C20A85A-3478-062A-F057-D92F172BEED3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86BC2F02-2C3E-CEBA-C66B-F0228A4A6240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2033FF9F-ED94-A136-95F7-8FD2D69FBE0A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75080148-0BD8-B6BB-C9C9-BC30DD9EA998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6D08600F-6856-61C7-6297-2620C61EE823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64978016-6073-D959-262C-373B672457BF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BD1581D3-9860-DBCF-7DFD-FF441C02859D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3D733088-17BB-E3F3-ECB6-CBA87251F115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2D988C8C-4B47-260A-93F3-F41511445222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B9A419DE-41F1-F498-8526-391D0D25094B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CC6DD4FC-E764-713B-6BD9-80663B0E13C5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9FA8BBDD-283F-FE11-5474-0E92550DA19A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406869F2-3927-4884-783A-7A471B713E52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D53B77D8-E62D-2741-9539-FD4FD20222A9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D1852201-1D81-A6F6-1529-01EFF6262217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64DE7A1A-F3E2-C674-5F2F-5E300D38A1CA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0F9A2436-E816-6F2B-B4B6-E7DBB9F4C63C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39C7CE7C-FA3F-2E83-BD5F-DD28319EA123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9D6A53F8-A03C-7FE8-A358-214D42BFF7D8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3764E877-800F-5F71-BE5B-D23BFB831477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38BA660C-2510-106E-B205-B87DD9C53DBC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1CC68240-4917-ECD6-B6BF-D5DC7CBD70AB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6C93D683-1D96-895F-43D0-D41B70E1DA5E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1027848E-26C3-1EF1-D9A5-761B97B0A1B0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DB1EC1DA-8460-6915-9222-4851627A4ACF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748D6777-B834-D831-0C44-85909FF16C9E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D7C3B444-A2B0-38A7-8EB0-B549E858A2A1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F80BE312-51DD-20CA-A9A1-D82AC10EB0DF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991EF787-E987-0A45-ECE9-5F696A466899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A1720CFB-06A8-2DE0-8DA3-E0C345E6C9BA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8DF9634E-6EE2-1FAA-DEFF-0C3D839F1E4E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3A18CD57-D9A0-AB45-1091-895184EC1D99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71D56961-402E-2791-5850-FC716400C052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DFE90108-B5D9-BC82-6C81-41F9347BE6F0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763E5630-75A8-33BC-8FB3-B0636A5F87BE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796354D7-803D-4005-6E5B-7C9976FB9415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B7D50AA4-9498-6AF4-3B36-7AF65C07ED7A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CC13280F-3933-831A-B483-61CC344F5124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852EDB9E-65AD-2D16-7D21-0C7005FDE4DC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B751FBA1-7AC2-00B6-EDEC-7BEB74F7DF6C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D1D7CC02-4240-992D-1BC2-FF7A5CF159E2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A94406D4-3F0F-815D-26A5-373A40E252FB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2E305D3A-17FB-A1D4-A4BE-65756D8CF05A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7753C595-46E3-2616-2FB6-A790F3E7C1BD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E6657FD0-5D77-1232-D193-E502693843E8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9667C04D-F1C1-99BC-668C-8E56DAF1DF25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8661554B-FFE0-5956-EA82-69F0004E54B0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633DF5D3-792B-9F71-08BD-22DA8A49B000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8EF0CAB9-8BA5-7DEF-F80C-A49F3EEA4E39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7332783C-A800-F851-BF02-23B11C434272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EAFFF913-EB9B-E398-0A46-BA93C79B2F8B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C6B49D9B-328A-0956-79B7-508CF27A7C78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997818AC-D82A-5C5A-3E9A-6E916113A2BA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CBBA7B07-24C8-9F06-BAE5-A40896676A8E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7507E004-3E4F-DC42-6BCA-97CB490F7B4E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A8894BD0-1FB3-0E2E-CC09-F63D0B2C5A8B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9445ACD6-BD29-2BA5-1251-FDE1C239F2F4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67459A8C-198E-5F60-689E-9EE8E2601597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5A76A48D-590E-9CC5-BEEB-0C61868E798B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1AE6352D-5DB7-E0E9-10C8-143AE9CE9A5B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Chỗ dành sẵn cho Hình ảnh 5">
            <a:extLst>
              <a:ext uri="{FF2B5EF4-FFF2-40B4-BE49-F238E27FC236}">
                <a16:creationId xmlns:a16="http://schemas.microsoft.com/office/drawing/2014/main" id="{0AA389B6-E901-FDD7-7D75-5A232FCCD8E8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3300" r="1330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28804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Kết luận :</a:t>
            </a:r>
            <a:endParaRPr dirty="0"/>
          </a:p>
        </p:txBody>
      </p:sp>
      <p:sp>
        <p:nvSpPr>
          <p:cNvPr id="1135" name="Google Shape;1135;p35"/>
          <p:cNvSpPr txBox="1">
            <a:spLocks noGrp="1"/>
          </p:cNvSpPr>
          <p:nvPr>
            <p:ph type="subTitle" idx="4"/>
          </p:nvPr>
        </p:nvSpPr>
        <p:spPr>
          <a:xfrm>
            <a:off x="937625" y="1404934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/>
              <a:t>Tổng kết:</a:t>
            </a:r>
            <a:endParaRPr sz="20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6169916-86DF-3111-B229-A6B04A66D6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68839" y="1200990"/>
            <a:ext cx="5059627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thống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rộng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Đảm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yêu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giao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lưu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năng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rộng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xuất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Excel,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quyền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người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…).</a:t>
            </a:r>
          </a:p>
        </p:txBody>
      </p:sp>
      <p:sp>
        <p:nvSpPr>
          <p:cNvPr id="13" name="Google Shape;1135;p35">
            <a:extLst>
              <a:ext uri="{FF2B5EF4-FFF2-40B4-BE49-F238E27FC236}">
                <a16:creationId xmlns:a16="http://schemas.microsoft.com/office/drawing/2014/main" id="{0306B3B8-7115-CCF9-750B-AF0DBF5995A9}"/>
              </a:ext>
            </a:extLst>
          </p:cNvPr>
          <p:cNvSpPr txBox="1">
            <a:spLocks/>
          </p:cNvSpPr>
          <p:nvPr/>
        </p:nvSpPr>
        <p:spPr>
          <a:xfrm>
            <a:off x="522714" y="3663060"/>
            <a:ext cx="2503325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vi-VN" sz="2000" dirty="0"/>
              <a:t>Kết quả đạt được: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9082300-17D3-ECA9-BEE4-F17ED10B2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039" y="3544313"/>
            <a:ext cx="5059627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vi-VN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Hoàn thiện đúng hạn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vi-VN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Làm việc nhóm hiệu quả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vi-VN" altLang="en-US" sz="1800" dirty="0" err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Code</a:t>
            </a:r>
            <a:r>
              <a:rPr lang="vi-VN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rõ ràng, dễ bảo trì</a:t>
            </a:r>
            <a:endParaRPr lang="en-US" alt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6" name="Google Shape;15629;p67">
            <a:extLst>
              <a:ext uri="{FF2B5EF4-FFF2-40B4-BE49-F238E27FC236}">
                <a16:creationId xmlns:a16="http://schemas.microsoft.com/office/drawing/2014/main" id="{92FEC610-FADD-8B12-0E2C-8E33663CEF70}"/>
              </a:ext>
            </a:extLst>
          </p:cNvPr>
          <p:cNvGrpSpPr/>
          <p:nvPr/>
        </p:nvGrpSpPr>
        <p:grpSpPr>
          <a:xfrm>
            <a:off x="6723070" y="3319524"/>
            <a:ext cx="905396" cy="687071"/>
            <a:chOff x="5596661" y="2909139"/>
            <a:chExt cx="394326" cy="349682"/>
          </a:xfrm>
        </p:grpSpPr>
        <p:sp>
          <p:nvSpPr>
            <p:cNvPr id="17" name="Google Shape;15630;p67">
              <a:extLst>
                <a:ext uri="{FF2B5EF4-FFF2-40B4-BE49-F238E27FC236}">
                  <a16:creationId xmlns:a16="http://schemas.microsoft.com/office/drawing/2014/main" id="{EB4A8070-957E-7E35-14F1-4310B57E9DBC}"/>
                </a:ext>
              </a:extLst>
            </p:cNvPr>
            <p:cNvSpPr/>
            <p:nvPr/>
          </p:nvSpPr>
          <p:spPr>
            <a:xfrm>
              <a:off x="5762025" y="2909139"/>
              <a:ext cx="228962" cy="190740"/>
            </a:xfrm>
            <a:custGeom>
              <a:avLst/>
              <a:gdLst/>
              <a:ahLst/>
              <a:cxnLst/>
              <a:rect l="l" t="t" r="r" b="b"/>
              <a:pathLst>
                <a:path w="8734" h="7276" extrusionOk="0">
                  <a:moveTo>
                    <a:pt x="491" y="0"/>
                  </a:moveTo>
                  <a:cubicBezTo>
                    <a:pt x="217" y="0"/>
                    <a:pt x="0" y="217"/>
                    <a:pt x="0" y="477"/>
                  </a:cubicBezTo>
                  <a:lnTo>
                    <a:pt x="0" y="6785"/>
                  </a:lnTo>
                  <a:cubicBezTo>
                    <a:pt x="0" y="7059"/>
                    <a:pt x="217" y="7276"/>
                    <a:pt x="491" y="7276"/>
                  </a:cubicBezTo>
                  <a:lnTo>
                    <a:pt x="8243" y="7276"/>
                  </a:lnTo>
                  <a:cubicBezTo>
                    <a:pt x="8517" y="7276"/>
                    <a:pt x="8734" y="7059"/>
                    <a:pt x="8734" y="6785"/>
                  </a:cubicBezTo>
                  <a:lnTo>
                    <a:pt x="8734" y="477"/>
                  </a:lnTo>
                  <a:cubicBezTo>
                    <a:pt x="8734" y="217"/>
                    <a:pt x="8517" y="0"/>
                    <a:pt x="8243" y="0"/>
                  </a:cubicBezTo>
                  <a:close/>
                </a:path>
              </a:pathLst>
            </a:custGeom>
            <a:solidFill>
              <a:srgbClr val="EFF1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631;p67">
              <a:extLst>
                <a:ext uri="{FF2B5EF4-FFF2-40B4-BE49-F238E27FC236}">
                  <a16:creationId xmlns:a16="http://schemas.microsoft.com/office/drawing/2014/main" id="{DD537465-DFCA-88FC-D655-E90CBCC6E981}"/>
                </a:ext>
              </a:extLst>
            </p:cNvPr>
            <p:cNvSpPr/>
            <p:nvPr/>
          </p:nvSpPr>
          <p:spPr>
            <a:xfrm>
              <a:off x="5597395" y="3061631"/>
              <a:ext cx="113957" cy="114324"/>
            </a:xfrm>
            <a:custGeom>
              <a:avLst/>
              <a:gdLst/>
              <a:ahLst/>
              <a:cxnLst/>
              <a:rect l="l" t="t" r="r" b="b"/>
              <a:pathLst>
                <a:path w="4347" h="4361" extrusionOk="0">
                  <a:moveTo>
                    <a:pt x="2181" y="1"/>
                  </a:moveTo>
                  <a:cubicBezTo>
                    <a:pt x="1228" y="1"/>
                    <a:pt x="521" y="766"/>
                    <a:pt x="448" y="1690"/>
                  </a:cubicBezTo>
                  <a:cubicBezTo>
                    <a:pt x="391" y="2368"/>
                    <a:pt x="246" y="3032"/>
                    <a:pt x="44" y="3682"/>
                  </a:cubicBezTo>
                  <a:cubicBezTo>
                    <a:pt x="1" y="3797"/>
                    <a:pt x="44" y="3942"/>
                    <a:pt x="174" y="3985"/>
                  </a:cubicBezTo>
                  <a:cubicBezTo>
                    <a:pt x="564" y="4173"/>
                    <a:pt x="997" y="4302"/>
                    <a:pt x="1430" y="4360"/>
                  </a:cubicBezTo>
                  <a:lnTo>
                    <a:pt x="2903" y="4360"/>
                  </a:lnTo>
                  <a:cubicBezTo>
                    <a:pt x="3350" y="4302"/>
                    <a:pt x="3769" y="4173"/>
                    <a:pt x="4173" y="3985"/>
                  </a:cubicBezTo>
                  <a:cubicBezTo>
                    <a:pt x="4288" y="3942"/>
                    <a:pt x="4346" y="3797"/>
                    <a:pt x="4303" y="3682"/>
                  </a:cubicBezTo>
                  <a:cubicBezTo>
                    <a:pt x="4101" y="3032"/>
                    <a:pt x="3956" y="2368"/>
                    <a:pt x="3899" y="1690"/>
                  </a:cubicBezTo>
                  <a:cubicBezTo>
                    <a:pt x="3826" y="766"/>
                    <a:pt x="3133" y="1"/>
                    <a:pt x="2181" y="1"/>
                  </a:cubicBezTo>
                  <a:close/>
                </a:path>
              </a:pathLst>
            </a:custGeom>
            <a:solidFill>
              <a:srgbClr val="667A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632;p67">
              <a:extLst>
                <a:ext uri="{FF2B5EF4-FFF2-40B4-BE49-F238E27FC236}">
                  <a16:creationId xmlns:a16="http://schemas.microsoft.com/office/drawing/2014/main" id="{CA6F5773-5C84-449A-7B19-1B87AC5FC51B}"/>
                </a:ext>
              </a:extLst>
            </p:cNvPr>
            <p:cNvSpPr/>
            <p:nvPr/>
          </p:nvSpPr>
          <p:spPr>
            <a:xfrm>
              <a:off x="5628434" y="3061631"/>
              <a:ext cx="82918" cy="114324"/>
            </a:xfrm>
            <a:custGeom>
              <a:avLst/>
              <a:gdLst/>
              <a:ahLst/>
              <a:cxnLst/>
              <a:rect l="l" t="t" r="r" b="b"/>
              <a:pathLst>
                <a:path w="3163" h="4361" extrusionOk="0">
                  <a:moveTo>
                    <a:pt x="997" y="1"/>
                  </a:moveTo>
                  <a:cubicBezTo>
                    <a:pt x="275" y="1"/>
                    <a:pt x="1" y="997"/>
                    <a:pt x="636" y="1372"/>
                  </a:cubicBezTo>
                  <a:cubicBezTo>
                    <a:pt x="650" y="1387"/>
                    <a:pt x="665" y="1387"/>
                    <a:pt x="694" y="1401"/>
                  </a:cubicBezTo>
                  <a:lnTo>
                    <a:pt x="1242" y="4360"/>
                  </a:lnTo>
                  <a:lnTo>
                    <a:pt x="1733" y="4360"/>
                  </a:lnTo>
                  <a:cubicBezTo>
                    <a:pt x="2166" y="4302"/>
                    <a:pt x="2599" y="4173"/>
                    <a:pt x="3003" y="3985"/>
                  </a:cubicBezTo>
                  <a:cubicBezTo>
                    <a:pt x="3119" y="3942"/>
                    <a:pt x="3162" y="3797"/>
                    <a:pt x="3119" y="3682"/>
                  </a:cubicBezTo>
                  <a:cubicBezTo>
                    <a:pt x="2917" y="3032"/>
                    <a:pt x="2772" y="2368"/>
                    <a:pt x="2715" y="1690"/>
                  </a:cubicBezTo>
                  <a:cubicBezTo>
                    <a:pt x="2642" y="766"/>
                    <a:pt x="1949" y="1"/>
                    <a:pt x="997" y="1"/>
                  </a:cubicBezTo>
                  <a:close/>
                </a:path>
              </a:pathLst>
            </a:custGeom>
            <a:solidFill>
              <a:srgbClr val="5C7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633;p67">
              <a:extLst>
                <a:ext uri="{FF2B5EF4-FFF2-40B4-BE49-F238E27FC236}">
                  <a16:creationId xmlns:a16="http://schemas.microsoft.com/office/drawing/2014/main" id="{DB79372B-86DD-EE9C-926A-C6F90F0738D1}"/>
                </a:ext>
              </a:extLst>
            </p:cNvPr>
            <p:cNvSpPr/>
            <p:nvPr/>
          </p:nvSpPr>
          <p:spPr>
            <a:xfrm>
              <a:off x="5596661" y="3067032"/>
              <a:ext cx="216483" cy="191789"/>
            </a:xfrm>
            <a:custGeom>
              <a:avLst/>
              <a:gdLst/>
              <a:ahLst/>
              <a:cxnLst/>
              <a:rect l="l" t="t" r="r" b="b"/>
              <a:pathLst>
                <a:path w="8258" h="7316" extrusionOk="0">
                  <a:moveTo>
                    <a:pt x="8070" y="0"/>
                  </a:moveTo>
                  <a:cubicBezTo>
                    <a:pt x="8023" y="0"/>
                    <a:pt x="7976" y="19"/>
                    <a:pt x="7940" y="55"/>
                  </a:cubicBezTo>
                  <a:lnTo>
                    <a:pt x="3782" y="4024"/>
                  </a:lnTo>
                  <a:cubicBezTo>
                    <a:pt x="3696" y="4096"/>
                    <a:pt x="3566" y="4154"/>
                    <a:pt x="3450" y="4154"/>
                  </a:cubicBezTo>
                  <a:lnTo>
                    <a:pt x="3407" y="4154"/>
                  </a:lnTo>
                  <a:cubicBezTo>
                    <a:pt x="3133" y="4154"/>
                    <a:pt x="2916" y="3938"/>
                    <a:pt x="2916" y="3663"/>
                  </a:cubicBezTo>
                  <a:lnTo>
                    <a:pt x="2916" y="3202"/>
                  </a:lnTo>
                  <a:lnTo>
                    <a:pt x="1458" y="3202"/>
                  </a:lnTo>
                  <a:lnTo>
                    <a:pt x="1458" y="3678"/>
                  </a:lnTo>
                  <a:cubicBezTo>
                    <a:pt x="1458" y="3866"/>
                    <a:pt x="1357" y="4024"/>
                    <a:pt x="1198" y="4111"/>
                  </a:cubicBezTo>
                  <a:lnTo>
                    <a:pt x="404" y="4501"/>
                  </a:lnTo>
                  <a:cubicBezTo>
                    <a:pt x="159" y="4631"/>
                    <a:pt x="0" y="4876"/>
                    <a:pt x="0" y="5150"/>
                  </a:cubicBezTo>
                  <a:lnTo>
                    <a:pt x="0" y="7070"/>
                  </a:lnTo>
                  <a:cubicBezTo>
                    <a:pt x="0" y="7200"/>
                    <a:pt x="116" y="7316"/>
                    <a:pt x="246" y="7316"/>
                  </a:cubicBezTo>
                  <a:lnTo>
                    <a:pt x="3161" y="7316"/>
                  </a:lnTo>
                  <a:cubicBezTo>
                    <a:pt x="3291" y="7316"/>
                    <a:pt x="3392" y="7200"/>
                    <a:pt x="3392" y="7070"/>
                  </a:cubicBezTo>
                  <a:lnTo>
                    <a:pt x="3392" y="6262"/>
                  </a:lnTo>
                  <a:cubicBezTo>
                    <a:pt x="3392" y="6002"/>
                    <a:pt x="3494" y="5757"/>
                    <a:pt x="3681" y="5583"/>
                  </a:cubicBezTo>
                  <a:lnTo>
                    <a:pt x="7810" y="1455"/>
                  </a:lnTo>
                  <a:cubicBezTo>
                    <a:pt x="7925" y="1325"/>
                    <a:pt x="7983" y="1152"/>
                    <a:pt x="7940" y="993"/>
                  </a:cubicBezTo>
                  <a:lnTo>
                    <a:pt x="7853" y="646"/>
                  </a:lnTo>
                  <a:lnTo>
                    <a:pt x="8185" y="300"/>
                  </a:lnTo>
                  <a:cubicBezTo>
                    <a:pt x="8257" y="228"/>
                    <a:pt x="8257" y="112"/>
                    <a:pt x="8199" y="55"/>
                  </a:cubicBezTo>
                  <a:cubicBezTo>
                    <a:pt x="8163" y="19"/>
                    <a:pt x="8116" y="0"/>
                    <a:pt x="8070" y="0"/>
                  </a:cubicBezTo>
                  <a:close/>
                </a:path>
              </a:pathLst>
            </a:custGeom>
            <a:solidFill>
              <a:srgbClr val="AABB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634;p67">
              <a:extLst>
                <a:ext uri="{FF2B5EF4-FFF2-40B4-BE49-F238E27FC236}">
                  <a16:creationId xmlns:a16="http://schemas.microsoft.com/office/drawing/2014/main" id="{9E7ABD07-8F14-E7FB-100C-CF77FE5EE076}"/>
                </a:ext>
              </a:extLst>
            </p:cNvPr>
            <p:cNvSpPr/>
            <p:nvPr/>
          </p:nvSpPr>
          <p:spPr>
            <a:xfrm>
              <a:off x="5596661" y="3095318"/>
              <a:ext cx="197163" cy="163136"/>
            </a:xfrm>
            <a:custGeom>
              <a:avLst/>
              <a:gdLst/>
              <a:ahLst/>
              <a:cxnLst/>
              <a:rect l="l" t="t" r="r" b="b"/>
              <a:pathLst>
                <a:path w="7521" h="6223" extrusionOk="0">
                  <a:moveTo>
                    <a:pt x="6871" y="1"/>
                  </a:moveTo>
                  <a:lnTo>
                    <a:pt x="3782" y="2945"/>
                  </a:lnTo>
                  <a:cubicBezTo>
                    <a:pt x="3696" y="3032"/>
                    <a:pt x="3566" y="3075"/>
                    <a:pt x="3450" y="3075"/>
                  </a:cubicBezTo>
                  <a:lnTo>
                    <a:pt x="3306" y="3075"/>
                  </a:lnTo>
                  <a:cubicBezTo>
                    <a:pt x="3096" y="3561"/>
                    <a:pt x="2642" y="3806"/>
                    <a:pt x="2189" y="3806"/>
                  </a:cubicBezTo>
                  <a:cubicBezTo>
                    <a:pt x="1740" y="3806"/>
                    <a:pt x="1291" y="3564"/>
                    <a:pt x="1083" y="3075"/>
                  </a:cubicBezTo>
                  <a:lnTo>
                    <a:pt x="404" y="3422"/>
                  </a:lnTo>
                  <a:cubicBezTo>
                    <a:pt x="159" y="3537"/>
                    <a:pt x="0" y="3797"/>
                    <a:pt x="0" y="4071"/>
                  </a:cubicBezTo>
                  <a:lnTo>
                    <a:pt x="0" y="5991"/>
                  </a:lnTo>
                  <a:cubicBezTo>
                    <a:pt x="0" y="6121"/>
                    <a:pt x="116" y="6222"/>
                    <a:pt x="246" y="6222"/>
                  </a:cubicBezTo>
                  <a:lnTo>
                    <a:pt x="3161" y="6222"/>
                  </a:lnTo>
                  <a:cubicBezTo>
                    <a:pt x="3291" y="6222"/>
                    <a:pt x="3392" y="6121"/>
                    <a:pt x="3392" y="5991"/>
                  </a:cubicBezTo>
                  <a:lnTo>
                    <a:pt x="3392" y="5183"/>
                  </a:lnTo>
                  <a:cubicBezTo>
                    <a:pt x="3392" y="4923"/>
                    <a:pt x="3494" y="4678"/>
                    <a:pt x="3681" y="4504"/>
                  </a:cubicBezTo>
                  <a:lnTo>
                    <a:pt x="7521" y="665"/>
                  </a:lnTo>
                  <a:lnTo>
                    <a:pt x="6871" y="1"/>
                  </a:lnTo>
                  <a:close/>
                </a:path>
              </a:pathLst>
            </a:custGeom>
            <a:solidFill>
              <a:srgbClr val="EFF1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635;p67">
              <a:extLst>
                <a:ext uri="{FF2B5EF4-FFF2-40B4-BE49-F238E27FC236}">
                  <a16:creationId xmlns:a16="http://schemas.microsoft.com/office/drawing/2014/main" id="{1FA6192D-FDBE-65EB-9D72-C1CAE135E2B5}"/>
                </a:ext>
              </a:extLst>
            </p:cNvPr>
            <p:cNvSpPr/>
            <p:nvPr/>
          </p:nvSpPr>
          <p:spPr>
            <a:xfrm>
              <a:off x="5633362" y="3150946"/>
              <a:ext cx="41262" cy="22361"/>
            </a:xfrm>
            <a:custGeom>
              <a:avLst/>
              <a:gdLst/>
              <a:ahLst/>
              <a:cxnLst/>
              <a:rect l="l" t="t" r="r" b="b"/>
              <a:pathLst>
                <a:path w="1574" h="853" extrusionOk="0">
                  <a:moveTo>
                    <a:pt x="58" y="1"/>
                  </a:moveTo>
                  <a:lnTo>
                    <a:pt x="58" y="477"/>
                  </a:lnTo>
                  <a:cubicBezTo>
                    <a:pt x="58" y="549"/>
                    <a:pt x="44" y="621"/>
                    <a:pt x="0" y="693"/>
                  </a:cubicBezTo>
                  <a:cubicBezTo>
                    <a:pt x="246" y="794"/>
                    <a:pt x="520" y="852"/>
                    <a:pt x="794" y="852"/>
                  </a:cubicBezTo>
                  <a:cubicBezTo>
                    <a:pt x="1054" y="852"/>
                    <a:pt x="1314" y="794"/>
                    <a:pt x="1574" y="679"/>
                  </a:cubicBezTo>
                  <a:cubicBezTo>
                    <a:pt x="1531" y="621"/>
                    <a:pt x="1516" y="549"/>
                    <a:pt x="1516" y="477"/>
                  </a:cubicBezTo>
                  <a:lnTo>
                    <a:pt x="1516" y="1"/>
                  </a:lnTo>
                  <a:close/>
                </a:path>
              </a:pathLst>
            </a:custGeom>
            <a:solidFill>
              <a:srgbClr val="94A5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636;p67">
              <a:extLst>
                <a:ext uri="{FF2B5EF4-FFF2-40B4-BE49-F238E27FC236}">
                  <a16:creationId xmlns:a16="http://schemas.microsoft.com/office/drawing/2014/main" id="{0AFE2A61-D7A7-187F-75E8-AE79A18C6D77}"/>
                </a:ext>
              </a:extLst>
            </p:cNvPr>
            <p:cNvSpPr/>
            <p:nvPr/>
          </p:nvSpPr>
          <p:spPr>
            <a:xfrm>
              <a:off x="5615562" y="3098149"/>
              <a:ext cx="76469" cy="62654"/>
            </a:xfrm>
            <a:custGeom>
              <a:avLst/>
              <a:gdLst/>
              <a:ahLst/>
              <a:cxnLst/>
              <a:rect l="l" t="t" r="r" b="b"/>
              <a:pathLst>
                <a:path w="2917" h="2390" extrusionOk="0">
                  <a:moveTo>
                    <a:pt x="1126" y="1"/>
                  </a:moveTo>
                  <a:cubicBezTo>
                    <a:pt x="1032" y="1"/>
                    <a:pt x="946" y="57"/>
                    <a:pt x="910" y="152"/>
                  </a:cubicBezTo>
                  <a:cubicBezTo>
                    <a:pt x="824" y="311"/>
                    <a:pt x="708" y="455"/>
                    <a:pt x="578" y="585"/>
                  </a:cubicBezTo>
                  <a:cubicBezTo>
                    <a:pt x="448" y="701"/>
                    <a:pt x="304" y="787"/>
                    <a:pt x="145" y="874"/>
                  </a:cubicBezTo>
                  <a:cubicBezTo>
                    <a:pt x="44" y="917"/>
                    <a:pt x="1" y="1018"/>
                    <a:pt x="15" y="1120"/>
                  </a:cubicBezTo>
                  <a:cubicBezTo>
                    <a:pt x="116" y="1856"/>
                    <a:pt x="723" y="2390"/>
                    <a:pt x="1459" y="2390"/>
                  </a:cubicBezTo>
                  <a:cubicBezTo>
                    <a:pt x="2210" y="2390"/>
                    <a:pt x="2845" y="1798"/>
                    <a:pt x="2902" y="1047"/>
                  </a:cubicBezTo>
                  <a:cubicBezTo>
                    <a:pt x="2917" y="975"/>
                    <a:pt x="2874" y="903"/>
                    <a:pt x="2830" y="860"/>
                  </a:cubicBezTo>
                  <a:cubicBezTo>
                    <a:pt x="2339" y="455"/>
                    <a:pt x="1776" y="167"/>
                    <a:pt x="1185" y="8"/>
                  </a:cubicBezTo>
                  <a:cubicBezTo>
                    <a:pt x="1165" y="3"/>
                    <a:pt x="1145" y="1"/>
                    <a:pt x="1126" y="1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637;p67">
              <a:extLst>
                <a:ext uri="{FF2B5EF4-FFF2-40B4-BE49-F238E27FC236}">
                  <a16:creationId xmlns:a16="http://schemas.microsoft.com/office/drawing/2014/main" id="{2F69ABD0-C5B5-0C00-F2B7-F5EABE9F34DD}"/>
                </a:ext>
              </a:extLst>
            </p:cNvPr>
            <p:cNvSpPr/>
            <p:nvPr/>
          </p:nvSpPr>
          <p:spPr>
            <a:xfrm>
              <a:off x="5615562" y="3098149"/>
              <a:ext cx="76469" cy="61894"/>
            </a:xfrm>
            <a:custGeom>
              <a:avLst/>
              <a:gdLst/>
              <a:ahLst/>
              <a:cxnLst/>
              <a:rect l="l" t="t" r="r" b="b"/>
              <a:pathLst>
                <a:path w="2917" h="2361" extrusionOk="0">
                  <a:moveTo>
                    <a:pt x="1125" y="1"/>
                  </a:moveTo>
                  <a:cubicBezTo>
                    <a:pt x="1031" y="1"/>
                    <a:pt x="946" y="54"/>
                    <a:pt x="910" y="138"/>
                  </a:cubicBezTo>
                  <a:cubicBezTo>
                    <a:pt x="853" y="268"/>
                    <a:pt x="766" y="369"/>
                    <a:pt x="679" y="470"/>
                  </a:cubicBezTo>
                  <a:cubicBezTo>
                    <a:pt x="650" y="499"/>
                    <a:pt x="607" y="542"/>
                    <a:pt x="578" y="585"/>
                  </a:cubicBezTo>
                  <a:cubicBezTo>
                    <a:pt x="448" y="686"/>
                    <a:pt x="304" y="787"/>
                    <a:pt x="145" y="874"/>
                  </a:cubicBezTo>
                  <a:cubicBezTo>
                    <a:pt x="44" y="917"/>
                    <a:pt x="1" y="1018"/>
                    <a:pt x="15" y="1120"/>
                  </a:cubicBezTo>
                  <a:cubicBezTo>
                    <a:pt x="102" y="1755"/>
                    <a:pt x="593" y="2274"/>
                    <a:pt x="1242" y="2361"/>
                  </a:cubicBezTo>
                  <a:cubicBezTo>
                    <a:pt x="910" y="2173"/>
                    <a:pt x="708" y="1798"/>
                    <a:pt x="723" y="1423"/>
                  </a:cubicBezTo>
                  <a:lnTo>
                    <a:pt x="723" y="1076"/>
                  </a:lnTo>
                  <a:cubicBezTo>
                    <a:pt x="780" y="1033"/>
                    <a:pt x="838" y="990"/>
                    <a:pt x="896" y="946"/>
                  </a:cubicBezTo>
                  <a:cubicBezTo>
                    <a:pt x="1026" y="816"/>
                    <a:pt x="1141" y="686"/>
                    <a:pt x="1242" y="528"/>
                  </a:cubicBezTo>
                  <a:cubicBezTo>
                    <a:pt x="1704" y="672"/>
                    <a:pt x="2137" y="903"/>
                    <a:pt x="2498" y="1221"/>
                  </a:cubicBezTo>
                  <a:cubicBezTo>
                    <a:pt x="2542" y="1264"/>
                    <a:pt x="2657" y="1365"/>
                    <a:pt x="2801" y="1495"/>
                  </a:cubicBezTo>
                  <a:cubicBezTo>
                    <a:pt x="2859" y="1350"/>
                    <a:pt x="2888" y="1192"/>
                    <a:pt x="2902" y="1047"/>
                  </a:cubicBezTo>
                  <a:cubicBezTo>
                    <a:pt x="2917" y="975"/>
                    <a:pt x="2874" y="903"/>
                    <a:pt x="2830" y="860"/>
                  </a:cubicBezTo>
                  <a:cubicBezTo>
                    <a:pt x="2339" y="455"/>
                    <a:pt x="1776" y="167"/>
                    <a:pt x="1185" y="8"/>
                  </a:cubicBezTo>
                  <a:cubicBezTo>
                    <a:pt x="1164" y="3"/>
                    <a:pt x="1144" y="1"/>
                    <a:pt x="1125" y="1"/>
                  </a:cubicBezTo>
                  <a:close/>
                </a:path>
              </a:pathLst>
            </a:custGeom>
            <a:solidFill>
              <a:srgbClr val="AABB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638;p67">
              <a:extLst>
                <a:ext uri="{FF2B5EF4-FFF2-40B4-BE49-F238E27FC236}">
                  <a16:creationId xmlns:a16="http://schemas.microsoft.com/office/drawing/2014/main" id="{C0FA72E8-E8A1-1010-EE78-E3D380E699D2}"/>
                </a:ext>
              </a:extLst>
            </p:cNvPr>
            <p:cNvSpPr/>
            <p:nvPr/>
          </p:nvSpPr>
          <p:spPr>
            <a:xfrm>
              <a:off x="5596661" y="3191815"/>
              <a:ext cx="25743" cy="66639"/>
            </a:xfrm>
            <a:custGeom>
              <a:avLst/>
              <a:gdLst/>
              <a:ahLst/>
              <a:cxnLst/>
              <a:rect l="l" t="t" r="r" b="b"/>
              <a:pathLst>
                <a:path w="982" h="2542" extrusionOk="0">
                  <a:moveTo>
                    <a:pt x="116" y="1"/>
                  </a:moveTo>
                  <a:cubicBezTo>
                    <a:pt x="43" y="116"/>
                    <a:pt x="0" y="246"/>
                    <a:pt x="0" y="390"/>
                  </a:cubicBezTo>
                  <a:lnTo>
                    <a:pt x="0" y="2310"/>
                  </a:lnTo>
                  <a:cubicBezTo>
                    <a:pt x="0" y="2440"/>
                    <a:pt x="116" y="2541"/>
                    <a:pt x="246" y="2541"/>
                  </a:cubicBezTo>
                  <a:lnTo>
                    <a:pt x="967" y="2541"/>
                  </a:lnTo>
                  <a:lnTo>
                    <a:pt x="982" y="1256"/>
                  </a:lnTo>
                  <a:cubicBezTo>
                    <a:pt x="982" y="997"/>
                    <a:pt x="866" y="751"/>
                    <a:pt x="693" y="564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A9BA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639;p67">
              <a:extLst>
                <a:ext uri="{FF2B5EF4-FFF2-40B4-BE49-F238E27FC236}">
                  <a16:creationId xmlns:a16="http://schemas.microsoft.com/office/drawing/2014/main" id="{701965D6-9983-A67A-343C-47174A18364B}"/>
                </a:ext>
              </a:extLst>
            </p:cNvPr>
            <p:cNvSpPr/>
            <p:nvPr/>
          </p:nvSpPr>
          <p:spPr>
            <a:xfrm>
              <a:off x="5819174" y="2953416"/>
              <a:ext cx="114297" cy="114691"/>
            </a:xfrm>
            <a:custGeom>
              <a:avLst/>
              <a:gdLst/>
              <a:ahLst/>
              <a:cxnLst/>
              <a:rect l="l" t="t" r="r" b="b"/>
              <a:pathLst>
                <a:path w="4360" h="4375" extrusionOk="0">
                  <a:moveTo>
                    <a:pt x="2180" y="0"/>
                  </a:moveTo>
                  <a:cubicBezTo>
                    <a:pt x="982" y="0"/>
                    <a:pt x="0" y="982"/>
                    <a:pt x="0" y="2180"/>
                  </a:cubicBezTo>
                  <a:cubicBezTo>
                    <a:pt x="0" y="3393"/>
                    <a:pt x="982" y="4374"/>
                    <a:pt x="2180" y="4374"/>
                  </a:cubicBezTo>
                  <a:cubicBezTo>
                    <a:pt x="3393" y="4374"/>
                    <a:pt x="4360" y="3393"/>
                    <a:pt x="4360" y="2180"/>
                  </a:cubicBezTo>
                  <a:cubicBezTo>
                    <a:pt x="4360" y="982"/>
                    <a:pt x="3393" y="0"/>
                    <a:pt x="2180" y="0"/>
                  </a:cubicBezTo>
                  <a:close/>
                </a:path>
              </a:pathLst>
            </a:custGeom>
            <a:solidFill>
              <a:srgbClr val="9AA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640;p67">
              <a:extLst>
                <a:ext uri="{FF2B5EF4-FFF2-40B4-BE49-F238E27FC236}">
                  <a16:creationId xmlns:a16="http://schemas.microsoft.com/office/drawing/2014/main" id="{8E23B4EA-F49C-8965-3A29-83C80197315E}"/>
                </a:ext>
              </a:extLst>
            </p:cNvPr>
            <p:cNvSpPr/>
            <p:nvPr/>
          </p:nvSpPr>
          <p:spPr>
            <a:xfrm>
              <a:off x="5838075" y="2972710"/>
              <a:ext cx="76469" cy="76076"/>
            </a:xfrm>
            <a:custGeom>
              <a:avLst/>
              <a:gdLst/>
              <a:ahLst/>
              <a:cxnLst/>
              <a:rect l="l" t="t" r="r" b="b"/>
              <a:pathLst>
                <a:path w="2917" h="2902" extrusionOk="0">
                  <a:moveTo>
                    <a:pt x="1459" y="0"/>
                  </a:moveTo>
                  <a:cubicBezTo>
                    <a:pt x="665" y="0"/>
                    <a:pt x="1" y="650"/>
                    <a:pt x="1" y="1444"/>
                  </a:cubicBezTo>
                  <a:cubicBezTo>
                    <a:pt x="1" y="2252"/>
                    <a:pt x="665" y="2902"/>
                    <a:pt x="1459" y="2902"/>
                  </a:cubicBezTo>
                  <a:cubicBezTo>
                    <a:pt x="2267" y="2902"/>
                    <a:pt x="2917" y="2252"/>
                    <a:pt x="2917" y="1444"/>
                  </a:cubicBezTo>
                  <a:cubicBezTo>
                    <a:pt x="2917" y="650"/>
                    <a:pt x="2267" y="0"/>
                    <a:pt x="14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641;p67">
              <a:extLst>
                <a:ext uri="{FF2B5EF4-FFF2-40B4-BE49-F238E27FC236}">
                  <a16:creationId xmlns:a16="http://schemas.microsoft.com/office/drawing/2014/main" id="{ED08351B-83C0-FCCB-D9FC-B21CD1E12ECB}"/>
                </a:ext>
              </a:extLst>
            </p:cNvPr>
            <p:cNvSpPr/>
            <p:nvPr/>
          </p:nvSpPr>
          <p:spPr>
            <a:xfrm>
              <a:off x="5685582" y="3095318"/>
              <a:ext cx="108242" cy="135872"/>
            </a:xfrm>
            <a:custGeom>
              <a:avLst/>
              <a:gdLst/>
              <a:ahLst/>
              <a:cxnLst/>
              <a:rect l="l" t="t" r="r" b="b"/>
              <a:pathLst>
                <a:path w="4129" h="5183" extrusionOk="0">
                  <a:moveTo>
                    <a:pt x="3479" y="1"/>
                  </a:moveTo>
                  <a:lnTo>
                    <a:pt x="722" y="2628"/>
                  </a:lnTo>
                  <a:cubicBezTo>
                    <a:pt x="506" y="2830"/>
                    <a:pt x="332" y="3075"/>
                    <a:pt x="203" y="3350"/>
                  </a:cubicBezTo>
                  <a:cubicBezTo>
                    <a:pt x="73" y="3653"/>
                    <a:pt x="0" y="3970"/>
                    <a:pt x="0" y="4288"/>
                  </a:cubicBezTo>
                  <a:lnTo>
                    <a:pt x="0" y="5183"/>
                  </a:lnTo>
                  <a:cubicBezTo>
                    <a:pt x="0" y="4923"/>
                    <a:pt x="102" y="4678"/>
                    <a:pt x="289" y="4504"/>
                  </a:cubicBezTo>
                  <a:lnTo>
                    <a:pt x="4129" y="650"/>
                  </a:lnTo>
                  <a:lnTo>
                    <a:pt x="3479" y="1"/>
                  </a:lnTo>
                  <a:close/>
                </a:path>
              </a:pathLst>
            </a:custGeom>
            <a:solidFill>
              <a:srgbClr val="A9BA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642;p67">
              <a:extLst>
                <a:ext uri="{FF2B5EF4-FFF2-40B4-BE49-F238E27FC236}">
                  <a16:creationId xmlns:a16="http://schemas.microsoft.com/office/drawing/2014/main" id="{5DE9B657-E9AC-8BB6-4DC6-B07284D99AE0}"/>
                </a:ext>
              </a:extLst>
            </p:cNvPr>
            <p:cNvSpPr/>
            <p:nvPr/>
          </p:nvSpPr>
          <p:spPr>
            <a:xfrm>
              <a:off x="5857396" y="2991637"/>
              <a:ext cx="38248" cy="38248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722" y="0"/>
                  </a:moveTo>
                  <a:cubicBezTo>
                    <a:pt x="318" y="0"/>
                    <a:pt x="0" y="332"/>
                    <a:pt x="0" y="722"/>
                  </a:cubicBezTo>
                  <a:cubicBezTo>
                    <a:pt x="0" y="1126"/>
                    <a:pt x="318" y="1458"/>
                    <a:pt x="722" y="1458"/>
                  </a:cubicBezTo>
                  <a:cubicBezTo>
                    <a:pt x="1126" y="1458"/>
                    <a:pt x="1458" y="1126"/>
                    <a:pt x="1458" y="722"/>
                  </a:cubicBezTo>
                  <a:cubicBezTo>
                    <a:pt x="1458" y="332"/>
                    <a:pt x="1126" y="0"/>
                    <a:pt x="722" y="0"/>
                  </a:cubicBezTo>
                  <a:close/>
                </a:path>
              </a:pathLst>
            </a:custGeom>
            <a:solidFill>
              <a:srgbClr val="9AA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643;p67">
              <a:extLst>
                <a:ext uri="{FF2B5EF4-FFF2-40B4-BE49-F238E27FC236}">
                  <a16:creationId xmlns:a16="http://schemas.microsoft.com/office/drawing/2014/main" id="{BBEACB92-F179-1765-822B-8153C3070971}"/>
                </a:ext>
              </a:extLst>
            </p:cNvPr>
            <p:cNvSpPr/>
            <p:nvPr/>
          </p:nvSpPr>
          <p:spPr>
            <a:xfrm>
              <a:off x="5867986" y="2934384"/>
              <a:ext cx="87532" cy="82630"/>
            </a:xfrm>
            <a:custGeom>
              <a:avLst/>
              <a:gdLst/>
              <a:ahLst/>
              <a:cxnLst/>
              <a:rect l="l" t="t" r="r" b="b"/>
              <a:pathLst>
                <a:path w="3339" h="3152" extrusionOk="0">
                  <a:moveTo>
                    <a:pt x="2986" y="0"/>
                  </a:moveTo>
                  <a:cubicBezTo>
                    <a:pt x="2929" y="0"/>
                    <a:pt x="2869" y="23"/>
                    <a:pt x="2815" y="77"/>
                  </a:cubicBezTo>
                  <a:lnTo>
                    <a:pt x="145" y="2747"/>
                  </a:lnTo>
                  <a:cubicBezTo>
                    <a:pt x="0" y="2892"/>
                    <a:pt x="101" y="3151"/>
                    <a:pt x="318" y="3151"/>
                  </a:cubicBezTo>
                  <a:cubicBezTo>
                    <a:pt x="390" y="3151"/>
                    <a:pt x="448" y="3137"/>
                    <a:pt x="491" y="3079"/>
                  </a:cubicBezTo>
                  <a:lnTo>
                    <a:pt x="3162" y="423"/>
                  </a:lnTo>
                  <a:cubicBezTo>
                    <a:pt x="3339" y="246"/>
                    <a:pt x="3176" y="0"/>
                    <a:pt x="2986" y="0"/>
                  </a:cubicBezTo>
                  <a:close/>
                </a:path>
              </a:pathLst>
            </a:custGeom>
            <a:solidFill>
              <a:srgbClr val="7288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644;p67">
              <a:extLst>
                <a:ext uri="{FF2B5EF4-FFF2-40B4-BE49-F238E27FC236}">
                  <a16:creationId xmlns:a16="http://schemas.microsoft.com/office/drawing/2014/main" id="{58C9979A-5DBB-6B91-FC56-ADF90B78DE73}"/>
                </a:ext>
              </a:extLst>
            </p:cNvPr>
            <p:cNvSpPr/>
            <p:nvPr/>
          </p:nvSpPr>
          <p:spPr>
            <a:xfrm>
              <a:off x="5916799" y="2937241"/>
              <a:ext cx="38248" cy="33214"/>
            </a:xfrm>
            <a:custGeom>
              <a:avLst/>
              <a:gdLst/>
              <a:ahLst/>
              <a:cxnLst/>
              <a:rect l="l" t="t" r="r" b="b"/>
              <a:pathLst>
                <a:path w="1459" h="1267" extrusionOk="0">
                  <a:moveTo>
                    <a:pt x="495" y="1"/>
                  </a:moveTo>
                  <a:cubicBezTo>
                    <a:pt x="298" y="1"/>
                    <a:pt x="104" y="113"/>
                    <a:pt x="1" y="300"/>
                  </a:cubicBezTo>
                  <a:lnTo>
                    <a:pt x="1" y="1021"/>
                  </a:lnTo>
                  <a:cubicBezTo>
                    <a:pt x="1" y="1151"/>
                    <a:pt x="116" y="1267"/>
                    <a:pt x="246" y="1267"/>
                  </a:cubicBezTo>
                  <a:lnTo>
                    <a:pt x="968" y="1267"/>
                  </a:lnTo>
                  <a:lnTo>
                    <a:pt x="1459" y="776"/>
                  </a:lnTo>
                  <a:cubicBezTo>
                    <a:pt x="1444" y="646"/>
                    <a:pt x="1343" y="545"/>
                    <a:pt x="1213" y="545"/>
                  </a:cubicBezTo>
                  <a:lnTo>
                    <a:pt x="722" y="545"/>
                  </a:lnTo>
                  <a:lnTo>
                    <a:pt x="722" y="54"/>
                  </a:lnTo>
                  <a:cubicBezTo>
                    <a:pt x="649" y="18"/>
                    <a:pt x="572" y="1"/>
                    <a:pt x="495" y="1"/>
                  </a:cubicBezTo>
                  <a:close/>
                </a:path>
              </a:pathLst>
            </a:custGeom>
            <a:solidFill>
              <a:srgbClr val="839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5645;p67">
              <a:extLst>
                <a:ext uri="{FF2B5EF4-FFF2-40B4-BE49-F238E27FC236}">
                  <a16:creationId xmlns:a16="http://schemas.microsoft.com/office/drawing/2014/main" id="{5A38A497-876A-09C4-0589-85070EA5385F}"/>
                </a:ext>
              </a:extLst>
            </p:cNvPr>
            <p:cNvSpPr/>
            <p:nvPr/>
          </p:nvSpPr>
          <p:spPr>
            <a:xfrm>
              <a:off x="5889430" y="2934384"/>
              <a:ext cx="63729" cy="60635"/>
            </a:xfrm>
            <a:custGeom>
              <a:avLst/>
              <a:gdLst/>
              <a:ahLst/>
              <a:cxnLst/>
              <a:rect l="l" t="t" r="r" b="b"/>
              <a:pathLst>
                <a:path w="2431" h="2313" extrusionOk="0">
                  <a:moveTo>
                    <a:pt x="2170" y="1"/>
                  </a:moveTo>
                  <a:cubicBezTo>
                    <a:pt x="2109" y="1"/>
                    <a:pt x="2048" y="26"/>
                    <a:pt x="1997" y="77"/>
                  </a:cubicBezTo>
                  <a:lnTo>
                    <a:pt x="178" y="1896"/>
                  </a:lnTo>
                  <a:cubicBezTo>
                    <a:pt x="0" y="2074"/>
                    <a:pt x="166" y="2312"/>
                    <a:pt x="357" y="2312"/>
                  </a:cubicBezTo>
                  <a:cubicBezTo>
                    <a:pt x="413" y="2312"/>
                    <a:pt x="472" y="2291"/>
                    <a:pt x="525" y="2242"/>
                  </a:cubicBezTo>
                  <a:lnTo>
                    <a:pt x="2344" y="423"/>
                  </a:lnTo>
                  <a:cubicBezTo>
                    <a:pt x="2430" y="322"/>
                    <a:pt x="2430" y="163"/>
                    <a:pt x="2344" y="77"/>
                  </a:cubicBezTo>
                  <a:cubicBezTo>
                    <a:pt x="2293" y="26"/>
                    <a:pt x="2232" y="1"/>
                    <a:pt x="2170" y="1"/>
                  </a:cubicBezTo>
                  <a:close/>
                </a:path>
              </a:pathLst>
            </a:custGeom>
            <a:solidFill>
              <a:srgbClr val="667A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9"/>
          <p:cNvSpPr txBox="1">
            <a:spLocks noGrp="1"/>
          </p:cNvSpPr>
          <p:nvPr>
            <p:ph type="title"/>
          </p:nvPr>
        </p:nvSpPr>
        <p:spPr>
          <a:xfrm>
            <a:off x="2008625" y="628824"/>
            <a:ext cx="2563375" cy="7688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dirty="0"/>
              <a:t>Bài học</a:t>
            </a:r>
            <a:endParaRPr sz="3600" dirty="0"/>
          </a:p>
        </p:txBody>
      </p:sp>
      <p:sp>
        <p:nvSpPr>
          <p:cNvPr id="1295" name="Google Shape;1295;p39"/>
          <p:cNvSpPr txBox="1">
            <a:spLocks noGrp="1"/>
          </p:cNvSpPr>
          <p:nvPr>
            <p:ph type="subTitle" idx="1"/>
          </p:nvPr>
        </p:nvSpPr>
        <p:spPr>
          <a:xfrm>
            <a:off x="967593" y="1611170"/>
            <a:ext cx="6813274" cy="1513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vi-VN" sz="1800" b="1" dirty="0"/>
              <a:t>Kỹ năng đạt được: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Sử dụng </a:t>
            </a:r>
            <a:r>
              <a:rPr lang="vi-VN" sz="1800" dirty="0" err="1"/>
              <a:t>GitHub</a:t>
            </a:r>
            <a:r>
              <a:rPr lang="vi-VN" sz="1800" dirty="0"/>
              <a:t> để làm việc nhóm</a:t>
            </a:r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Quản lý sự kiện, dữ liệu và giao diện </a:t>
            </a:r>
            <a:r>
              <a:rPr lang="vi-VN" sz="1800" dirty="0" err="1"/>
              <a:t>WinForms</a:t>
            </a:r>
            <a:endParaRPr lang="vi-VN" sz="1800" dirty="0"/>
          </a:p>
          <a:p>
            <a:pPr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800" dirty="0"/>
              <a:t>Rèn kỹ năng chia việc, họp nhóm, </a:t>
            </a:r>
            <a:r>
              <a:rPr lang="vi-VN" sz="1800" dirty="0" err="1"/>
              <a:t>test</a:t>
            </a:r>
            <a:r>
              <a:rPr lang="vi-VN" sz="1800" dirty="0"/>
              <a:t> phần mềm</a:t>
            </a:r>
            <a:endParaRPr lang="vi-VN" dirty="0"/>
          </a:p>
          <a:p>
            <a:pPr>
              <a:buFont typeface="Courier New" panose="02070309020205020404" pitchFamily="49" charset="0"/>
              <a:buChar char="o"/>
            </a:pPr>
            <a:endParaRPr lang="vi-V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 u="sng" dirty="0">
                <a:sym typeface="Wingdings" panose="05000000000000000000" pitchFamily="2" charset="2"/>
              </a:rPr>
              <a:t></a:t>
            </a:r>
            <a:r>
              <a:rPr lang="vi-VN" sz="1800" b="1" u="sng" dirty="0"/>
              <a:t>Bài học rút ra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vi-VN" b="1" u="sng" dirty="0"/>
          </a:p>
          <a:p>
            <a:pPr marL="0" lvl="0" indent="0" algn="ctr"/>
            <a:r>
              <a:rPr lang="en-US" sz="2000" i="1" dirty="0"/>
              <a:t>“</a:t>
            </a:r>
            <a:r>
              <a:rPr lang="en-US" sz="2000" i="1" dirty="0" err="1"/>
              <a:t>Làm</a:t>
            </a:r>
            <a:r>
              <a:rPr lang="en-US" sz="2000" i="1" dirty="0"/>
              <a:t> </a:t>
            </a:r>
            <a:r>
              <a:rPr lang="en-US" sz="2000" i="1" dirty="0" err="1"/>
              <a:t>việc</a:t>
            </a:r>
            <a:r>
              <a:rPr lang="en-US" sz="2000" i="1" dirty="0"/>
              <a:t> </a:t>
            </a:r>
            <a:r>
              <a:rPr lang="en-US" sz="2000" i="1" dirty="0" err="1"/>
              <a:t>nhóm</a:t>
            </a:r>
            <a:r>
              <a:rPr lang="en-US" sz="2000" i="1" dirty="0"/>
              <a:t> </a:t>
            </a:r>
            <a:r>
              <a:rPr lang="en-US" sz="2000" i="1" dirty="0" err="1"/>
              <a:t>hiệu</a:t>
            </a:r>
            <a:r>
              <a:rPr lang="en-US" sz="2000" i="1" dirty="0"/>
              <a:t> </a:t>
            </a:r>
            <a:r>
              <a:rPr lang="en-US" sz="2000" i="1" dirty="0" err="1"/>
              <a:t>quả</a:t>
            </a:r>
            <a:r>
              <a:rPr lang="en-US" sz="2000" i="1" dirty="0"/>
              <a:t> </a:t>
            </a:r>
            <a:r>
              <a:rPr lang="en-US" sz="2000" i="1" dirty="0" err="1"/>
              <a:t>không</a:t>
            </a:r>
            <a:r>
              <a:rPr lang="en-US" sz="2000" i="1" dirty="0"/>
              <a:t> </a:t>
            </a:r>
            <a:r>
              <a:rPr lang="en-US" sz="2000" i="1" dirty="0" err="1"/>
              <a:t>chỉ</a:t>
            </a:r>
            <a:r>
              <a:rPr lang="en-US" sz="2000" i="1" dirty="0"/>
              <a:t> </a:t>
            </a:r>
            <a:r>
              <a:rPr lang="en-US" sz="2000" i="1" dirty="0" err="1"/>
              <a:t>là</a:t>
            </a:r>
            <a:r>
              <a:rPr lang="en-US" sz="2000" i="1" dirty="0"/>
              <a:t> chia </a:t>
            </a:r>
            <a:r>
              <a:rPr lang="en-US" sz="2000" i="1" dirty="0" err="1"/>
              <a:t>việc</a:t>
            </a:r>
            <a:r>
              <a:rPr lang="en-US" sz="2000" i="1" dirty="0"/>
              <a:t>, </a:t>
            </a:r>
            <a:r>
              <a:rPr lang="en-US" sz="2000" i="1" dirty="0" err="1"/>
              <a:t>mà</a:t>
            </a:r>
            <a:r>
              <a:rPr lang="en-US" sz="2000" i="1" dirty="0"/>
              <a:t> </a:t>
            </a:r>
            <a:r>
              <a:rPr lang="en-US" sz="2000" i="1" dirty="0" err="1"/>
              <a:t>là</a:t>
            </a:r>
            <a:r>
              <a:rPr lang="en-US" sz="2000" i="1" dirty="0"/>
              <a:t> </a:t>
            </a:r>
            <a:r>
              <a:rPr lang="en-US" sz="2000" i="1" dirty="0" err="1"/>
              <a:t>cùng</a:t>
            </a:r>
            <a:r>
              <a:rPr lang="en-US" sz="2000" i="1" dirty="0"/>
              <a:t> </a:t>
            </a:r>
            <a:r>
              <a:rPr lang="en-US" sz="2000" i="1" dirty="0" err="1"/>
              <a:t>nhau</a:t>
            </a:r>
            <a:r>
              <a:rPr lang="en-US" sz="2000" i="1" dirty="0"/>
              <a:t> </a:t>
            </a:r>
            <a:r>
              <a:rPr lang="en-US" sz="2000" i="1" dirty="0" err="1"/>
              <a:t>hoàn</a:t>
            </a:r>
            <a:r>
              <a:rPr lang="en-US" sz="2000" i="1" dirty="0"/>
              <a:t> </a:t>
            </a:r>
            <a:r>
              <a:rPr lang="en-US" sz="2000" i="1" dirty="0" err="1"/>
              <a:t>thiện</a:t>
            </a:r>
            <a:r>
              <a:rPr lang="en-US" sz="2000" i="1" dirty="0"/>
              <a:t> </a:t>
            </a:r>
            <a:r>
              <a:rPr lang="en-US" sz="2000" i="1" dirty="0" err="1"/>
              <a:t>sản</a:t>
            </a:r>
            <a:r>
              <a:rPr lang="en-US" sz="2000" i="1" dirty="0"/>
              <a:t> </a:t>
            </a:r>
            <a:r>
              <a:rPr lang="en-US" sz="2000" i="1" dirty="0" err="1"/>
              <a:t>phẩm</a:t>
            </a:r>
            <a:r>
              <a:rPr lang="en-US" sz="2000" i="1" dirty="0"/>
              <a:t>.”</a:t>
            </a:r>
            <a:endParaRPr sz="2000" i="1" dirty="0"/>
          </a:p>
        </p:txBody>
      </p:sp>
      <p:grpSp>
        <p:nvGrpSpPr>
          <p:cNvPr id="1296" name="Google Shape;1296;p39"/>
          <p:cNvGrpSpPr/>
          <p:nvPr/>
        </p:nvGrpSpPr>
        <p:grpSpPr>
          <a:xfrm>
            <a:off x="254436" y="628824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Google Shape;7451;p62">
            <a:extLst>
              <a:ext uri="{FF2B5EF4-FFF2-40B4-BE49-F238E27FC236}">
                <a16:creationId xmlns:a16="http://schemas.microsoft.com/office/drawing/2014/main" id="{559279DE-B727-EB1E-E0E7-12F69FD8F249}"/>
              </a:ext>
            </a:extLst>
          </p:cNvPr>
          <p:cNvGrpSpPr/>
          <p:nvPr/>
        </p:nvGrpSpPr>
        <p:grpSpPr>
          <a:xfrm>
            <a:off x="7780867" y="4014444"/>
            <a:ext cx="560800" cy="609044"/>
            <a:chOff x="3512070" y="1956222"/>
            <a:chExt cx="373983" cy="363622"/>
          </a:xfrm>
        </p:grpSpPr>
        <p:sp>
          <p:nvSpPr>
            <p:cNvPr id="3" name="Google Shape;7452;p62">
              <a:extLst>
                <a:ext uri="{FF2B5EF4-FFF2-40B4-BE49-F238E27FC236}">
                  <a16:creationId xmlns:a16="http://schemas.microsoft.com/office/drawing/2014/main" id="{AFF60643-BB9A-22C7-85DD-4ADC6EF7F122}"/>
                </a:ext>
              </a:extLst>
            </p:cNvPr>
            <p:cNvSpPr/>
            <p:nvPr/>
          </p:nvSpPr>
          <p:spPr>
            <a:xfrm>
              <a:off x="3547316" y="2232314"/>
              <a:ext cx="316069" cy="53841"/>
            </a:xfrm>
            <a:custGeom>
              <a:avLst/>
              <a:gdLst/>
              <a:ahLst/>
              <a:cxnLst/>
              <a:rect l="l" t="t" r="r" b="b"/>
              <a:pathLst>
                <a:path w="21110" h="3596" extrusionOk="0">
                  <a:moveTo>
                    <a:pt x="1809" y="1"/>
                  </a:moveTo>
                  <a:cubicBezTo>
                    <a:pt x="800" y="1"/>
                    <a:pt x="1" y="799"/>
                    <a:pt x="1" y="1788"/>
                  </a:cubicBezTo>
                  <a:cubicBezTo>
                    <a:pt x="1" y="2776"/>
                    <a:pt x="800" y="3596"/>
                    <a:pt x="1809" y="3596"/>
                  </a:cubicBezTo>
                  <a:lnTo>
                    <a:pt x="21109" y="3596"/>
                  </a:lnTo>
                  <a:lnTo>
                    <a:pt x="21109" y="1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7453;p62">
              <a:extLst>
                <a:ext uri="{FF2B5EF4-FFF2-40B4-BE49-F238E27FC236}">
                  <a16:creationId xmlns:a16="http://schemas.microsoft.com/office/drawing/2014/main" id="{DFDB66B5-5F0E-623D-DFB4-6FAA31C036FD}"/>
                </a:ext>
              </a:extLst>
            </p:cNvPr>
            <p:cNvSpPr/>
            <p:nvPr/>
          </p:nvSpPr>
          <p:spPr>
            <a:xfrm>
              <a:off x="3548903" y="2232314"/>
              <a:ext cx="314482" cy="53841"/>
            </a:xfrm>
            <a:custGeom>
              <a:avLst/>
              <a:gdLst/>
              <a:ahLst/>
              <a:cxnLst/>
              <a:rect l="l" t="t" r="r" b="b"/>
              <a:pathLst>
                <a:path w="21004" h="3596" extrusionOk="0">
                  <a:moveTo>
                    <a:pt x="19805" y="1"/>
                  </a:moveTo>
                  <a:lnTo>
                    <a:pt x="19805" y="1640"/>
                  </a:lnTo>
                  <a:cubicBezTo>
                    <a:pt x="19805" y="2061"/>
                    <a:pt x="19469" y="2397"/>
                    <a:pt x="19048" y="2397"/>
                  </a:cubicBezTo>
                  <a:lnTo>
                    <a:pt x="0" y="2397"/>
                  </a:lnTo>
                  <a:cubicBezTo>
                    <a:pt x="252" y="3112"/>
                    <a:pt x="925" y="3596"/>
                    <a:pt x="1703" y="3596"/>
                  </a:cubicBezTo>
                  <a:lnTo>
                    <a:pt x="21003" y="3596"/>
                  </a:lnTo>
                  <a:lnTo>
                    <a:pt x="21003" y="1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454;p62">
              <a:extLst>
                <a:ext uri="{FF2B5EF4-FFF2-40B4-BE49-F238E27FC236}">
                  <a16:creationId xmlns:a16="http://schemas.microsoft.com/office/drawing/2014/main" id="{31C38CC1-6BC7-B855-4798-275603F1D61A}"/>
                </a:ext>
              </a:extLst>
            </p:cNvPr>
            <p:cNvSpPr/>
            <p:nvPr/>
          </p:nvSpPr>
          <p:spPr>
            <a:xfrm>
              <a:off x="3515215" y="2198312"/>
              <a:ext cx="370524" cy="121217"/>
            </a:xfrm>
            <a:custGeom>
              <a:avLst/>
              <a:gdLst/>
              <a:ahLst/>
              <a:cxnLst/>
              <a:rect l="l" t="t" r="r" b="b"/>
              <a:pathLst>
                <a:path w="24747" h="8096" extrusionOk="0">
                  <a:moveTo>
                    <a:pt x="3953" y="1"/>
                  </a:moveTo>
                  <a:cubicBezTo>
                    <a:pt x="1746" y="64"/>
                    <a:pt x="0" y="1851"/>
                    <a:pt x="0" y="4038"/>
                  </a:cubicBezTo>
                  <a:cubicBezTo>
                    <a:pt x="0" y="6245"/>
                    <a:pt x="1746" y="8032"/>
                    <a:pt x="3953" y="8095"/>
                  </a:cubicBezTo>
                  <a:lnTo>
                    <a:pt x="24010" y="8095"/>
                  </a:lnTo>
                  <a:cubicBezTo>
                    <a:pt x="24410" y="8095"/>
                    <a:pt x="24746" y="7759"/>
                    <a:pt x="24746" y="7338"/>
                  </a:cubicBezTo>
                  <a:lnTo>
                    <a:pt x="24746" y="6582"/>
                  </a:lnTo>
                  <a:cubicBezTo>
                    <a:pt x="24746" y="6182"/>
                    <a:pt x="24410" y="5846"/>
                    <a:pt x="24010" y="5846"/>
                  </a:cubicBezTo>
                  <a:lnTo>
                    <a:pt x="3953" y="5867"/>
                  </a:lnTo>
                  <a:cubicBezTo>
                    <a:pt x="2965" y="5867"/>
                    <a:pt x="2166" y="5068"/>
                    <a:pt x="2145" y="4101"/>
                  </a:cubicBezTo>
                  <a:cubicBezTo>
                    <a:pt x="2145" y="3070"/>
                    <a:pt x="2965" y="2251"/>
                    <a:pt x="3995" y="2251"/>
                  </a:cubicBezTo>
                  <a:lnTo>
                    <a:pt x="24010" y="2251"/>
                  </a:lnTo>
                  <a:cubicBezTo>
                    <a:pt x="24410" y="2251"/>
                    <a:pt x="24746" y="1914"/>
                    <a:pt x="24746" y="1515"/>
                  </a:cubicBezTo>
                  <a:lnTo>
                    <a:pt x="24746" y="758"/>
                  </a:lnTo>
                  <a:cubicBezTo>
                    <a:pt x="24746" y="337"/>
                    <a:pt x="24410" y="1"/>
                    <a:pt x="24010" y="1"/>
                  </a:cubicBezTo>
                  <a:close/>
                </a:path>
              </a:pathLst>
            </a:custGeom>
            <a:solidFill>
              <a:srgbClr val="E5EA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455;p62">
              <a:extLst>
                <a:ext uri="{FF2B5EF4-FFF2-40B4-BE49-F238E27FC236}">
                  <a16:creationId xmlns:a16="http://schemas.microsoft.com/office/drawing/2014/main" id="{5145866D-6208-7C33-66E4-0D3412D60358}"/>
                </a:ext>
              </a:extLst>
            </p:cNvPr>
            <p:cNvSpPr/>
            <p:nvPr/>
          </p:nvSpPr>
          <p:spPr>
            <a:xfrm>
              <a:off x="3864628" y="2198626"/>
              <a:ext cx="21426" cy="33703"/>
            </a:xfrm>
            <a:custGeom>
              <a:avLst/>
              <a:gdLst/>
              <a:ahLst/>
              <a:cxnLst/>
              <a:rect l="l" t="t" r="r" b="b"/>
              <a:pathLst>
                <a:path w="1431" h="2251" extrusionOk="0">
                  <a:moveTo>
                    <a:pt x="0" y="1"/>
                  </a:moveTo>
                  <a:lnTo>
                    <a:pt x="0" y="2251"/>
                  </a:lnTo>
                  <a:lnTo>
                    <a:pt x="673" y="2251"/>
                  </a:lnTo>
                  <a:cubicBezTo>
                    <a:pt x="1094" y="2251"/>
                    <a:pt x="1430" y="1914"/>
                    <a:pt x="1430" y="1494"/>
                  </a:cubicBezTo>
                  <a:lnTo>
                    <a:pt x="1430" y="758"/>
                  </a:lnTo>
                  <a:cubicBezTo>
                    <a:pt x="1430" y="337"/>
                    <a:pt x="1094" y="1"/>
                    <a:pt x="6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456;p62">
              <a:extLst>
                <a:ext uri="{FF2B5EF4-FFF2-40B4-BE49-F238E27FC236}">
                  <a16:creationId xmlns:a16="http://schemas.microsoft.com/office/drawing/2014/main" id="{1C6CAD13-8ED2-AA94-D561-F4703DDE69B7}"/>
                </a:ext>
              </a:extLst>
            </p:cNvPr>
            <p:cNvSpPr/>
            <p:nvPr/>
          </p:nvSpPr>
          <p:spPr>
            <a:xfrm>
              <a:off x="3864628" y="2286141"/>
              <a:ext cx="21426" cy="33703"/>
            </a:xfrm>
            <a:custGeom>
              <a:avLst/>
              <a:gdLst/>
              <a:ahLst/>
              <a:cxnLst/>
              <a:rect l="l" t="t" r="r" b="b"/>
              <a:pathLst>
                <a:path w="1431" h="2251" extrusionOk="0">
                  <a:moveTo>
                    <a:pt x="0" y="1"/>
                  </a:moveTo>
                  <a:lnTo>
                    <a:pt x="0" y="2250"/>
                  </a:lnTo>
                  <a:lnTo>
                    <a:pt x="673" y="2250"/>
                  </a:lnTo>
                  <a:cubicBezTo>
                    <a:pt x="1094" y="2229"/>
                    <a:pt x="1430" y="1914"/>
                    <a:pt x="1430" y="1493"/>
                  </a:cubicBezTo>
                  <a:lnTo>
                    <a:pt x="1430" y="737"/>
                  </a:lnTo>
                  <a:cubicBezTo>
                    <a:pt x="1430" y="337"/>
                    <a:pt x="1094" y="1"/>
                    <a:pt x="6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457;p62">
              <a:extLst>
                <a:ext uri="{FF2B5EF4-FFF2-40B4-BE49-F238E27FC236}">
                  <a16:creationId xmlns:a16="http://schemas.microsoft.com/office/drawing/2014/main" id="{A8F7CC76-89B1-D226-0AA4-670C9CC2EFD0}"/>
                </a:ext>
              </a:extLst>
            </p:cNvPr>
            <p:cNvSpPr/>
            <p:nvPr/>
          </p:nvSpPr>
          <p:spPr>
            <a:xfrm>
              <a:off x="3574401" y="2259070"/>
              <a:ext cx="52583" cy="52838"/>
            </a:xfrm>
            <a:custGeom>
              <a:avLst/>
              <a:gdLst/>
              <a:ahLst/>
              <a:cxnLst/>
              <a:rect l="l" t="t" r="r" b="b"/>
              <a:pathLst>
                <a:path w="3512" h="3529" extrusionOk="0">
                  <a:moveTo>
                    <a:pt x="736" y="1"/>
                  </a:moveTo>
                  <a:cubicBezTo>
                    <a:pt x="336" y="1"/>
                    <a:pt x="0" y="337"/>
                    <a:pt x="0" y="758"/>
                  </a:cubicBezTo>
                  <a:lnTo>
                    <a:pt x="0" y="2776"/>
                  </a:lnTo>
                  <a:cubicBezTo>
                    <a:pt x="0" y="3200"/>
                    <a:pt x="343" y="3529"/>
                    <a:pt x="740" y="3529"/>
                  </a:cubicBezTo>
                  <a:cubicBezTo>
                    <a:pt x="835" y="3529"/>
                    <a:pt x="933" y="3510"/>
                    <a:pt x="1030" y="3470"/>
                  </a:cubicBezTo>
                  <a:lnTo>
                    <a:pt x="1787" y="3154"/>
                  </a:lnTo>
                  <a:lnTo>
                    <a:pt x="2460" y="3449"/>
                  </a:lnTo>
                  <a:cubicBezTo>
                    <a:pt x="2560" y="3490"/>
                    <a:pt x="2662" y="3510"/>
                    <a:pt x="2760" y="3510"/>
                  </a:cubicBezTo>
                  <a:cubicBezTo>
                    <a:pt x="3160" y="3510"/>
                    <a:pt x="3511" y="3193"/>
                    <a:pt x="3511" y="2755"/>
                  </a:cubicBezTo>
                  <a:lnTo>
                    <a:pt x="3511" y="758"/>
                  </a:lnTo>
                  <a:cubicBezTo>
                    <a:pt x="3511" y="337"/>
                    <a:pt x="3175" y="1"/>
                    <a:pt x="277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458;p62">
              <a:extLst>
                <a:ext uri="{FF2B5EF4-FFF2-40B4-BE49-F238E27FC236}">
                  <a16:creationId xmlns:a16="http://schemas.microsoft.com/office/drawing/2014/main" id="{C1D8EB25-C9BC-745F-E92F-CDAE773B3A3B}"/>
                </a:ext>
              </a:extLst>
            </p:cNvPr>
            <p:cNvSpPr/>
            <p:nvPr/>
          </p:nvSpPr>
          <p:spPr>
            <a:xfrm>
              <a:off x="3547316" y="1990239"/>
              <a:ext cx="316069" cy="53841"/>
            </a:xfrm>
            <a:custGeom>
              <a:avLst/>
              <a:gdLst/>
              <a:ahLst/>
              <a:cxnLst/>
              <a:rect l="l" t="t" r="r" b="b"/>
              <a:pathLst>
                <a:path w="21110" h="3596" extrusionOk="0">
                  <a:moveTo>
                    <a:pt x="1809" y="1"/>
                  </a:moveTo>
                  <a:cubicBezTo>
                    <a:pt x="800" y="1"/>
                    <a:pt x="1" y="800"/>
                    <a:pt x="1" y="1788"/>
                  </a:cubicBezTo>
                  <a:cubicBezTo>
                    <a:pt x="1" y="2776"/>
                    <a:pt x="800" y="3596"/>
                    <a:pt x="1809" y="3596"/>
                  </a:cubicBezTo>
                  <a:lnTo>
                    <a:pt x="21109" y="3596"/>
                  </a:lnTo>
                  <a:lnTo>
                    <a:pt x="21109" y="1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459;p62">
              <a:extLst>
                <a:ext uri="{FF2B5EF4-FFF2-40B4-BE49-F238E27FC236}">
                  <a16:creationId xmlns:a16="http://schemas.microsoft.com/office/drawing/2014/main" id="{64D983AB-5DD4-7405-5C3A-36B1FD37B123}"/>
                </a:ext>
              </a:extLst>
            </p:cNvPr>
            <p:cNvSpPr/>
            <p:nvPr/>
          </p:nvSpPr>
          <p:spPr>
            <a:xfrm>
              <a:off x="3548903" y="1990239"/>
              <a:ext cx="314482" cy="53841"/>
            </a:xfrm>
            <a:custGeom>
              <a:avLst/>
              <a:gdLst/>
              <a:ahLst/>
              <a:cxnLst/>
              <a:rect l="l" t="t" r="r" b="b"/>
              <a:pathLst>
                <a:path w="21004" h="3596" extrusionOk="0">
                  <a:moveTo>
                    <a:pt x="19805" y="1"/>
                  </a:moveTo>
                  <a:lnTo>
                    <a:pt x="19805" y="1641"/>
                  </a:lnTo>
                  <a:cubicBezTo>
                    <a:pt x="19805" y="2061"/>
                    <a:pt x="19469" y="2398"/>
                    <a:pt x="19048" y="2398"/>
                  </a:cubicBezTo>
                  <a:lnTo>
                    <a:pt x="0" y="2398"/>
                  </a:lnTo>
                  <a:cubicBezTo>
                    <a:pt x="252" y="3112"/>
                    <a:pt x="925" y="3596"/>
                    <a:pt x="1703" y="3596"/>
                  </a:cubicBezTo>
                  <a:lnTo>
                    <a:pt x="21003" y="3596"/>
                  </a:lnTo>
                  <a:lnTo>
                    <a:pt x="21003" y="1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460;p62">
              <a:extLst>
                <a:ext uri="{FF2B5EF4-FFF2-40B4-BE49-F238E27FC236}">
                  <a16:creationId xmlns:a16="http://schemas.microsoft.com/office/drawing/2014/main" id="{9EBE1F16-98E4-2A17-725A-E06F5F9CBAAB}"/>
                </a:ext>
              </a:extLst>
            </p:cNvPr>
            <p:cNvSpPr/>
            <p:nvPr/>
          </p:nvSpPr>
          <p:spPr>
            <a:xfrm>
              <a:off x="3512070" y="1956222"/>
              <a:ext cx="373669" cy="121247"/>
            </a:xfrm>
            <a:custGeom>
              <a:avLst/>
              <a:gdLst/>
              <a:ahLst/>
              <a:cxnLst/>
              <a:rect l="l" t="t" r="r" b="b"/>
              <a:pathLst>
                <a:path w="24957" h="8098" extrusionOk="0">
                  <a:moveTo>
                    <a:pt x="4049" y="1"/>
                  </a:moveTo>
                  <a:cubicBezTo>
                    <a:pt x="1829" y="1"/>
                    <a:pt x="0" y="1806"/>
                    <a:pt x="0" y="4039"/>
                  </a:cubicBezTo>
                  <a:cubicBezTo>
                    <a:pt x="0" y="6284"/>
                    <a:pt x="1850" y="8097"/>
                    <a:pt x="4086" y="8097"/>
                  </a:cubicBezTo>
                  <a:cubicBezTo>
                    <a:pt x="4112" y="8097"/>
                    <a:pt x="4137" y="8097"/>
                    <a:pt x="4163" y="8097"/>
                  </a:cubicBezTo>
                  <a:lnTo>
                    <a:pt x="24220" y="8097"/>
                  </a:lnTo>
                  <a:cubicBezTo>
                    <a:pt x="24620" y="8097"/>
                    <a:pt x="24956" y="7760"/>
                    <a:pt x="24956" y="7340"/>
                  </a:cubicBezTo>
                  <a:lnTo>
                    <a:pt x="24956" y="6583"/>
                  </a:lnTo>
                  <a:cubicBezTo>
                    <a:pt x="24956" y="6183"/>
                    <a:pt x="24620" y="5847"/>
                    <a:pt x="24220" y="5847"/>
                  </a:cubicBezTo>
                  <a:lnTo>
                    <a:pt x="4163" y="5847"/>
                  </a:lnTo>
                  <a:lnTo>
                    <a:pt x="4163" y="5868"/>
                  </a:lnTo>
                  <a:cubicBezTo>
                    <a:pt x="3175" y="5847"/>
                    <a:pt x="2376" y="5069"/>
                    <a:pt x="2355" y="4102"/>
                  </a:cubicBezTo>
                  <a:cubicBezTo>
                    <a:pt x="2355" y="3072"/>
                    <a:pt x="3175" y="2252"/>
                    <a:pt x="4205" y="2252"/>
                  </a:cubicBezTo>
                  <a:lnTo>
                    <a:pt x="24220" y="2252"/>
                  </a:lnTo>
                  <a:cubicBezTo>
                    <a:pt x="24620" y="2252"/>
                    <a:pt x="24956" y="1915"/>
                    <a:pt x="24956" y="1495"/>
                  </a:cubicBezTo>
                  <a:lnTo>
                    <a:pt x="24956" y="759"/>
                  </a:lnTo>
                  <a:cubicBezTo>
                    <a:pt x="24956" y="339"/>
                    <a:pt x="24620" y="2"/>
                    <a:pt x="24220" y="2"/>
                  </a:cubicBezTo>
                  <a:lnTo>
                    <a:pt x="4163" y="2"/>
                  </a:lnTo>
                  <a:cubicBezTo>
                    <a:pt x="4125" y="1"/>
                    <a:pt x="4087" y="1"/>
                    <a:pt x="4049" y="1"/>
                  </a:cubicBezTo>
                  <a:close/>
                </a:path>
              </a:pathLst>
            </a:custGeom>
            <a:solidFill>
              <a:srgbClr val="A9BB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461;p62">
              <a:extLst>
                <a:ext uri="{FF2B5EF4-FFF2-40B4-BE49-F238E27FC236}">
                  <a16:creationId xmlns:a16="http://schemas.microsoft.com/office/drawing/2014/main" id="{5EF7BE70-1435-2022-16F7-7260765357EA}"/>
                </a:ext>
              </a:extLst>
            </p:cNvPr>
            <p:cNvSpPr/>
            <p:nvPr/>
          </p:nvSpPr>
          <p:spPr>
            <a:xfrm>
              <a:off x="3864628" y="1956566"/>
              <a:ext cx="21426" cy="33688"/>
            </a:xfrm>
            <a:custGeom>
              <a:avLst/>
              <a:gdLst/>
              <a:ahLst/>
              <a:cxnLst/>
              <a:rect l="l" t="t" r="r" b="b"/>
              <a:pathLst>
                <a:path w="1431" h="2250" extrusionOk="0">
                  <a:moveTo>
                    <a:pt x="0" y="0"/>
                  </a:moveTo>
                  <a:lnTo>
                    <a:pt x="0" y="2250"/>
                  </a:lnTo>
                  <a:lnTo>
                    <a:pt x="673" y="2250"/>
                  </a:lnTo>
                  <a:cubicBezTo>
                    <a:pt x="1094" y="2250"/>
                    <a:pt x="1430" y="1913"/>
                    <a:pt x="1430" y="1493"/>
                  </a:cubicBezTo>
                  <a:lnTo>
                    <a:pt x="1430" y="757"/>
                  </a:lnTo>
                  <a:cubicBezTo>
                    <a:pt x="1430" y="337"/>
                    <a:pt x="1094" y="0"/>
                    <a:pt x="673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462;p62">
              <a:extLst>
                <a:ext uri="{FF2B5EF4-FFF2-40B4-BE49-F238E27FC236}">
                  <a16:creationId xmlns:a16="http://schemas.microsoft.com/office/drawing/2014/main" id="{F771C101-8C12-B78A-3764-6D3A4B26FD6D}"/>
                </a:ext>
              </a:extLst>
            </p:cNvPr>
            <p:cNvSpPr/>
            <p:nvPr/>
          </p:nvSpPr>
          <p:spPr>
            <a:xfrm>
              <a:off x="3864628" y="2044065"/>
              <a:ext cx="21426" cy="33703"/>
            </a:xfrm>
            <a:custGeom>
              <a:avLst/>
              <a:gdLst/>
              <a:ahLst/>
              <a:cxnLst/>
              <a:rect l="l" t="t" r="r" b="b"/>
              <a:pathLst>
                <a:path w="1431" h="2251" extrusionOk="0">
                  <a:moveTo>
                    <a:pt x="0" y="1"/>
                  </a:moveTo>
                  <a:lnTo>
                    <a:pt x="0" y="2251"/>
                  </a:lnTo>
                  <a:lnTo>
                    <a:pt x="673" y="2251"/>
                  </a:lnTo>
                  <a:cubicBezTo>
                    <a:pt x="1094" y="2251"/>
                    <a:pt x="1430" y="1914"/>
                    <a:pt x="1430" y="1494"/>
                  </a:cubicBezTo>
                  <a:lnTo>
                    <a:pt x="1430" y="737"/>
                  </a:lnTo>
                  <a:cubicBezTo>
                    <a:pt x="1430" y="337"/>
                    <a:pt x="1094" y="1"/>
                    <a:pt x="673" y="1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463;p62">
              <a:extLst>
                <a:ext uri="{FF2B5EF4-FFF2-40B4-BE49-F238E27FC236}">
                  <a16:creationId xmlns:a16="http://schemas.microsoft.com/office/drawing/2014/main" id="{CF6DC807-DD01-392A-4BC3-C144DD50CB72}"/>
                </a:ext>
              </a:extLst>
            </p:cNvPr>
            <p:cNvSpPr/>
            <p:nvPr/>
          </p:nvSpPr>
          <p:spPr>
            <a:xfrm>
              <a:off x="3574401" y="2016995"/>
              <a:ext cx="52583" cy="52733"/>
            </a:xfrm>
            <a:custGeom>
              <a:avLst/>
              <a:gdLst/>
              <a:ahLst/>
              <a:cxnLst/>
              <a:rect l="l" t="t" r="r" b="b"/>
              <a:pathLst>
                <a:path w="3512" h="3522" extrusionOk="0">
                  <a:moveTo>
                    <a:pt x="736" y="1"/>
                  </a:moveTo>
                  <a:cubicBezTo>
                    <a:pt x="336" y="1"/>
                    <a:pt x="0" y="337"/>
                    <a:pt x="0" y="758"/>
                  </a:cubicBezTo>
                  <a:lnTo>
                    <a:pt x="0" y="2776"/>
                  </a:lnTo>
                  <a:cubicBezTo>
                    <a:pt x="0" y="3205"/>
                    <a:pt x="349" y="3521"/>
                    <a:pt x="752" y="3521"/>
                  </a:cubicBezTo>
                  <a:cubicBezTo>
                    <a:pt x="843" y="3521"/>
                    <a:pt x="937" y="3505"/>
                    <a:pt x="1030" y="3470"/>
                  </a:cubicBezTo>
                  <a:lnTo>
                    <a:pt x="1787" y="3155"/>
                  </a:lnTo>
                  <a:lnTo>
                    <a:pt x="2460" y="3449"/>
                  </a:lnTo>
                  <a:cubicBezTo>
                    <a:pt x="2560" y="3491"/>
                    <a:pt x="2662" y="3510"/>
                    <a:pt x="2760" y="3510"/>
                  </a:cubicBezTo>
                  <a:cubicBezTo>
                    <a:pt x="3160" y="3510"/>
                    <a:pt x="3511" y="3193"/>
                    <a:pt x="3511" y="2755"/>
                  </a:cubicBezTo>
                  <a:lnTo>
                    <a:pt x="3511" y="758"/>
                  </a:lnTo>
                  <a:cubicBezTo>
                    <a:pt x="3511" y="337"/>
                    <a:pt x="3175" y="1"/>
                    <a:pt x="2775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464;p62">
              <a:extLst>
                <a:ext uri="{FF2B5EF4-FFF2-40B4-BE49-F238E27FC236}">
                  <a16:creationId xmlns:a16="http://schemas.microsoft.com/office/drawing/2014/main" id="{7053575F-7E4F-F654-F1AE-A2D7403B4588}"/>
                </a:ext>
              </a:extLst>
            </p:cNvPr>
            <p:cNvSpPr/>
            <p:nvPr/>
          </p:nvSpPr>
          <p:spPr>
            <a:xfrm>
              <a:off x="3536311" y="2111127"/>
              <a:ext cx="315740" cy="53841"/>
            </a:xfrm>
            <a:custGeom>
              <a:avLst/>
              <a:gdLst/>
              <a:ahLst/>
              <a:cxnLst/>
              <a:rect l="l" t="t" r="r" b="b"/>
              <a:pathLst>
                <a:path w="21088" h="3596" extrusionOk="0">
                  <a:moveTo>
                    <a:pt x="0" y="0"/>
                  </a:moveTo>
                  <a:lnTo>
                    <a:pt x="0" y="3595"/>
                  </a:lnTo>
                  <a:lnTo>
                    <a:pt x="19300" y="3595"/>
                  </a:lnTo>
                  <a:cubicBezTo>
                    <a:pt x="20289" y="3595"/>
                    <a:pt x="21088" y="2796"/>
                    <a:pt x="21088" y="1808"/>
                  </a:cubicBezTo>
                  <a:cubicBezTo>
                    <a:pt x="21088" y="820"/>
                    <a:pt x="20289" y="0"/>
                    <a:pt x="19300" y="0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465;p62">
              <a:extLst>
                <a:ext uri="{FF2B5EF4-FFF2-40B4-BE49-F238E27FC236}">
                  <a16:creationId xmlns:a16="http://schemas.microsoft.com/office/drawing/2014/main" id="{D352F110-D000-7D9F-B522-D2AD5D0D2598}"/>
                </a:ext>
              </a:extLst>
            </p:cNvPr>
            <p:cNvSpPr/>
            <p:nvPr/>
          </p:nvSpPr>
          <p:spPr>
            <a:xfrm>
              <a:off x="3536311" y="2111127"/>
              <a:ext cx="315740" cy="53841"/>
            </a:xfrm>
            <a:custGeom>
              <a:avLst/>
              <a:gdLst/>
              <a:ahLst/>
              <a:cxnLst/>
              <a:rect l="l" t="t" r="r" b="b"/>
              <a:pathLst>
                <a:path w="21088" h="3596" extrusionOk="0">
                  <a:moveTo>
                    <a:pt x="19279" y="0"/>
                  </a:moveTo>
                  <a:cubicBezTo>
                    <a:pt x="19679" y="1178"/>
                    <a:pt x="18817" y="2397"/>
                    <a:pt x="17576" y="2397"/>
                  </a:cubicBezTo>
                  <a:lnTo>
                    <a:pt x="0" y="2397"/>
                  </a:lnTo>
                  <a:lnTo>
                    <a:pt x="0" y="3595"/>
                  </a:lnTo>
                  <a:lnTo>
                    <a:pt x="19300" y="3595"/>
                  </a:lnTo>
                  <a:cubicBezTo>
                    <a:pt x="20289" y="3595"/>
                    <a:pt x="21088" y="2796"/>
                    <a:pt x="21088" y="1808"/>
                  </a:cubicBezTo>
                  <a:cubicBezTo>
                    <a:pt x="21088" y="820"/>
                    <a:pt x="20289" y="0"/>
                    <a:pt x="19300" y="0"/>
                  </a:cubicBez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466;p62">
              <a:extLst>
                <a:ext uri="{FF2B5EF4-FFF2-40B4-BE49-F238E27FC236}">
                  <a16:creationId xmlns:a16="http://schemas.microsoft.com/office/drawing/2014/main" id="{7D22B5FB-E595-56F4-ADC1-184F170A5BAD}"/>
                </a:ext>
              </a:extLst>
            </p:cNvPr>
            <p:cNvSpPr/>
            <p:nvPr/>
          </p:nvSpPr>
          <p:spPr>
            <a:xfrm>
              <a:off x="3513642" y="2077439"/>
              <a:ext cx="370509" cy="120888"/>
            </a:xfrm>
            <a:custGeom>
              <a:avLst/>
              <a:gdLst/>
              <a:ahLst/>
              <a:cxnLst/>
              <a:rect l="l" t="t" r="r" b="b"/>
              <a:pathLst>
                <a:path w="24746" h="8074" extrusionOk="0">
                  <a:moveTo>
                    <a:pt x="757" y="1"/>
                  </a:moveTo>
                  <a:cubicBezTo>
                    <a:pt x="337" y="1"/>
                    <a:pt x="0" y="337"/>
                    <a:pt x="0" y="757"/>
                  </a:cubicBezTo>
                  <a:lnTo>
                    <a:pt x="0" y="1493"/>
                  </a:lnTo>
                  <a:cubicBezTo>
                    <a:pt x="0" y="1914"/>
                    <a:pt x="337" y="2250"/>
                    <a:pt x="757" y="2250"/>
                  </a:cubicBezTo>
                  <a:lnTo>
                    <a:pt x="20772" y="2250"/>
                  </a:lnTo>
                  <a:cubicBezTo>
                    <a:pt x="21782" y="2250"/>
                    <a:pt x="22602" y="3070"/>
                    <a:pt x="22602" y="4079"/>
                  </a:cubicBezTo>
                  <a:cubicBezTo>
                    <a:pt x="22602" y="5067"/>
                    <a:pt x="21803" y="5845"/>
                    <a:pt x="20814" y="5845"/>
                  </a:cubicBezTo>
                  <a:lnTo>
                    <a:pt x="20814" y="5824"/>
                  </a:lnTo>
                  <a:lnTo>
                    <a:pt x="757" y="5824"/>
                  </a:lnTo>
                  <a:cubicBezTo>
                    <a:pt x="337" y="5824"/>
                    <a:pt x="0" y="6161"/>
                    <a:pt x="0" y="6581"/>
                  </a:cubicBezTo>
                  <a:lnTo>
                    <a:pt x="0" y="7338"/>
                  </a:lnTo>
                  <a:cubicBezTo>
                    <a:pt x="0" y="7738"/>
                    <a:pt x="337" y="8074"/>
                    <a:pt x="757" y="8074"/>
                  </a:cubicBezTo>
                  <a:lnTo>
                    <a:pt x="20814" y="8074"/>
                  </a:lnTo>
                  <a:cubicBezTo>
                    <a:pt x="23001" y="8032"/>
                    <a:pt x="24746" y="6224"/>
                    <a:pt x="24746" y="4037"/>
                  </a:cubicBezTo>
                  <a:cubicBezTo>
                    <a:pt x="24746" y="1851"/>
                    <a:pt x="23001" y="64"/>
                    <a:pt x="20814" y="1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67;p62">
              <a:extLst>
                <a:ext uri="{FF2B5EF4-FFF2-40B4-BE49-F238E27FC236}">
                  <a16:creationId xmlns:a16="http://schemas.microsoft.com/office/drawing/2014/main" id="{8DE11830-DD93-4E64-5F29-4A6EE149A416}"/>
                </a:ext>
              </a:extLst>
            </p:cNvPr>
            <p:cNvSpPr/>
            <p:nvPr/>
          </p:nvSpPr>
          <p:spPr>
            <a:xfrm>
              <a:off x="3806385" y="2077753"/>
              <a:ext cx="77767" cy="120888"/>
            </a:xfrm>
            <a:custGeom>
              <a:avLst/>
              <a:gdLst/>
              <a:ahLst/>
              <a:cxnLst/>
              <a:rect l="l" t="t" r="r" b="b"/>
              <a:pathLst>
                <a:path w="5194" h="8074" extrusionOk="0">
                  <a:moveTo>
                    <a:pt x="1" y="1"/>
                  </a:moveTo>
                  <a:cubicBezTo>
                    <a:pt x="2188" y="43"/>
                    <a:pt x="3933" y="1851"/>
                    <a:pt x="3933" y="4037"/>
                  </a:cubicBezTo>
                  <a:cubicBezTo>
                    <a:pt x="3933" y="6224"/>
                    <a:pt x="2188" y="8011"/>
                    <a:pt x="1" y="8074"/>
                  </a:cubicBezTo>
                  <a:lnTo>
                    <a:pt x="1262" y="8074"/>
                  </a:lnTo>
                  <a:cubicBezTo>
                    <a:pt x="3449" y="8011"/>
                    <a:pt x="5194" y="6224"/>
                    <a:pt x="5194" y="4037"/>
                  </a:cubicBezTo>
                  <a:cubicBezTo>
                    <a:pt x="5194" y="1851"/>
                    <a:pt x="3449" y="43"/>
                    <a:pt x="1262" y="1"/>
                  </a:cubicBezTo>
                  <a:close/>
                </a:path>
              </a:pathLst>
            </a:custGeom>
            <a:solidFill>
              <a:srgbClr val="7B90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468;p62">
              <a:extLst>
                <a:ext uri="{FF2B5EF4-FFF2-40B4-BE49-F238E27FC236}">
                  <a16:creationId xmlns:a16="http://schemas.microsoft.com/office/drawing/2014/main" id="{9F7557CC-6F4E-9308-B85F-4F6190FB445D}"/>
                </a:ext>
              </a:extLst>
            </p:cNvPr>
            <p:cNvSpPr/>
            <p:nvPr/>
          </p:nvSpPr>
          <p:spPr>
            <a:xfrm>
              <a:off x="3772397" y="2138182"/>
              <a:ext cx="52898" cy="52568"/>
            </a:xfrm>
            <a:custGeom>
              <a:avLst/>
              <a:gdLst/>
              <a:ahLst/>
              <a:cxnLst/>
              <a:rect l="l" t="t" r="r" b="b"/>
              <a:pathLst>
                <a:path w="3533" h="3511" extrusionOk="0">
                  <a:moveTo>
                    <a:pt x="720" y="0"/>
                  </a:moveTo>
                  <a:cubicBezTo>
                    <a:pt x="317" y="0"/>
                    <a:pt x="0" y="329"/>
                    <a:pt x="0" y="737"/>
                  </a:cubicBezTo>
                  <a:lnTo>
                    <a:pt x="0" y="2734"/>
                  </a:lnTo>
                  <a:cubicBezTo>
                    <a:pt x="0" y="3173"/>
                    <a:pt x="365" y="3489"/>
                    <a:pt x="759" y="3489"/>
                  </a:cubicBezTo>
                  <a:cubicBezTo>
                    <a:pt x="856" y="3489"/>
                    <a:pt x="956" y="3470"/>
                    <a:pt x="1052" y="3428"/>
                  </a:cubicBezTo>
                  <a:lnTo>
                    <a:pt x="1745" y="3134"/>
                  </a:lnTo>
                  <a:lnTo>
                    <a:pt x="2502" y="3449"/>
                  </a:lnTo>
                  <a:cubicBezTo>
                    <a:pt x="2599" y="3491"/>
                    <a:pt x="2697" y="3510"/>
                    <a:pt x="2794" y="3510"/>
                  </a:cubicBezTo>
                  <a:cubicBezTo>
                    <a:pt x="3182" y="3510"/>
                    <a:pt x="3532" y="3197"/>
                    <a:pt x="3532" y="2776"/>
                  </a:cubicBezTo>
                  <a:lnTo>
                    <a:pt x="3532" y="737"/>
                  </a:lnTo>
                  <a:cubicBezTo>
                    <a:pt x="3532" y="349"/>
                    <a:pt x="3215" y="0"/>
                    <a:pt x="2811" y="0"/>
                  </a:cubicBezTo>
                  <a:cubicBezTo>
                    <a:pt x="2799" y="0"/>
                    <a:pt x="2787" y="1"/>
                    <a:pt x="2776" y="1"/>
                  </a:cubicBezTo>
                  <a:lnTo>
                    <a:pt x="757" y="1"/>
                  </a:lnTo>
                  <a:cubicBezTo>
                    <a:pt x="745" y="1"/>
                    <a:pt x="732" y="0"/>
                    <a:pt x="72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"/>
          <p:cNvSpPr/>
          <p:nvPr/>
        </p:nvSpPr>
        <p:spPr>
          <a:xfrm>
            <a:off x="582618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38"/>
          <p:cNvSpPr/>
          <p:nvPr/>
        </p:nvSpPr>
        <p:spPr>
          <a:xfrm>
            <a:off x="8212043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9" name="Google Shape;1179;p38"/>
          <p:cNvSpPr txBox="1">
            <a:spLocks noGrp="1"/>
          </p:cNvSpPr>
          <p:nvPr>
            <p:ph type="title" idx="2"/>
          </p:nvPr>
        </p:nvSpPr>
        <p:spPr>
          <a:xfrm>
            <a:off x="2038296" y="1990024"/>
            <a:ext cx="5390688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500" dirty="0" err="1"/>
              <a:t>Thanks</a:t>
            </a:r>
            <a:r>
              <a:rPr lang="vi-VN" sz="8500" dirty="0"/>
              <a:t> !</a:t>
            </a:r>
          </a:p>
        </p:txBody>
      </p:sp>
      <p:sp>
        <p:nvSpPr>
          <p:cNvPr id="1181" name="Google Shape;1181;p38"/>
          <p:cNvSpPr txBox="1">
            <a:spLocks noGrp="1"/>
          </p:cNvSpPr>
          <p:nvPr>
            <p:ph type="title" idx="4"/>
          </p:nvPr>
        </p:nvSpPr>
        <p:spPr>
          <a:xfrm>
            <a:off x="2987340" y="2898733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for</a:t>
            </a:r>
            <a:r>
              <a:rPr lang="vi-VN" dirty="0"/>
              <a:t> </a:t>
            </a:r>
            <a:r>
              <a:rPr lang="vi-VN" dirty="0" err="1"/>
              <a:t>listening</a:t>
            </a:r>
            <a:endParaRPr dirty="0"/>
          </a:p>
        </p:txBody>
      </p:sp>
      <p:sp>
        <p:nvSpPr>
          <p:cNvPr id="1183" name="Google Shape;1183;p38"/>
          <p:cNvSpPr/>
          <p:nvPr/>
        </p:nvSpPr>
        <p:spPr>
          <a:xfrm>
            <a:off x="713225" y="2195511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4" name="Google Shape;1184;p38"/>
          <p:cNvGrpSpPr/>
          <p:nvPr/>
        </p:nvGrpSpPr>
        <p:grpSpPr>
          <a:xfrm>
            <a:off x="541705" y="1421418"/>
            <a:ext cx="552408" cy="792759"/>
            <a:chOff x="10519314" y="4728596"/>
            <a:chExt cx="751780" cy="1078731"/>
          </a:xfrm>
        </p:grpSpPr>
        <p:grpSp>
          <p:nvGrpSpPr>
            <p:cNvPr id="1185" name="Google Shape;1185;p3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186" name="Google Shape;1186;p3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187" name="Google Shape;1187;p3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3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3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0" name="Google Shape;1190;p3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191" name="Google Shape;1191;p3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2" name="Google Shape;1192;p3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3" name="Google Shape;1193;p3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4" name="Google Shape;1194;p3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95" name="Google Shape;1195;p3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196" name="Google Shape;1196;p3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3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8" name="Google Shape;1198;p3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199" name="Google Shape;1199;p3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0" name="Google Shape;1200;p3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01" name="Google Shape;1201;p3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202" name="Google Shape;1202;p3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3" name="Google Shape;1203;p3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04" name="Google Shape;1204;p3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205" name="Google Shape;1205;p3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3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07" name="Google Shape;1207;p3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208" name="Google Shape;1208;p3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9" name="Google Shape;1209;p3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10" name="Google Shape;1210;p3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211" name="Google Shape;1211;p3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2" name="Google Shape;1212;p3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213" name="Google Shape;1213;p3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214" name="Google Shape;1214;p3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3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38"/>
          <p:cNvGrpSpPr/>
          <p:nvPr/>
        </p:nvGrpSpPr>
        <p:grpSpPr>
          <a:xfrm>
            <a:off x="580759" y="539494"/>
            <a:ext cx="426307" cy="643642"/>
            <a:chOff x="10572463" y="3528536"/>
            <a:chExt cx="580168" cy="875823"/>
          </a:xfrm>
        </p:grpSpPr>
        <p:grpSp>
          <p:nvGrpSpPr>
            <p:cNvPr id="1217" name="Google Shape;1217;p3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218" name="Google Shape;1218;p3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9" name="Google Shape;1219;p3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220" name="Google Shape;1220;p3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3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3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3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3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3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6" name="Google Shape;1226;p3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227" name="Google Shape;1227;p3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3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1" name="Google Shape;1231;p3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3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233" name="Google Shape;1233;p3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3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235" name="Google Shape;1235;p3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3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42" name="Google Shape;1242;p3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46" name="Google Shape;1246;p3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7" name="Google Shape;1247;p38"/>
          <p:cNvGrpSpPr/>
          <p:nvPr/>
        </p:nvGrpSpPr>
        <p:grpSpPr>
          <a:xfrm>
            <a:off x="755174" y="1181737"/>
            <a:ext cx="18197" cy="243247"/>
            <a:chOff x="10809827" y="4402455"/>
            <a:chExt cx="24764" cy="330993"/>
          </a:xfrm>
        </p:grpSpPr>
        <p:sp>
          <p:nvSpPr>
            <p:cNvPr id="1248" name="Google Shape;1248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38"/>
          <p:cNvGrpSpPr/>
          <p:nvPr/>
        </p:nvGrpSpPr>
        <p:grpSpPr>
          <a:xfrm>
            <a:off x="7595314" y="1536380"/>
            <a:ext cx="363177" cy="451073"/>
            <a:chOff x="7385113" y="1535430"/>
            <a:chExt cx="435673" cy="541115"/>
          </a:xfrm>
        </p:grpSpPr>
        <p:sp>
          <p:nvSpPr>
            <p:cNvPr id="1252" name="Google Shape;1252;p38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3" name="Google Shape;1253;p38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254" name="Google Shape;1254;p38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38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7" name="Google Shape;1257;p38"/>
          <p:cNvGrpSpPr/>
          <p:nvPr/>
        </p:nvGrpSpPr>
        <p:grpSpPr>
          <a:xfrm>
            <a:off x="7624772" y="1623323"/>
            <a:ext cx="299338" cy="313076"/>
            <a:chOff x="7420451" y="1639728"/>
            <a:chExt cx="359091" cy="375571"/>
          </a:xfrm>
        </p:grpSpPr>
        <p:sp>
          <p:nvSpPr>
            <p:cNvPr id="1258" name="Google Shape;1258;p38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0" name="Google Shape;1260;p38"/>
          <p:cNvGrpSpPr/>
          <p:nvPr/>
        </p:nvGrpSpPr>
        <p:grpSpPr>
          <a:xfrm>
            <a:off x="8216550" y="1526835"/>
            <a:ext cx="396068" cy="717683"/>
            <a:chOff x="1945386" y="5582316"/>
            <a:chExt cx="470725" cy="852963"/>
          </a:xfrm>
        </p:grpSpPr>
        <p:grpSp>
          <p:nvGrpSpPr>
            <p:cNvPr id="1261" name="Google Shape;1261;p38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262" name="Google Shape;1262;p38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38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4" name="Google Shape;1264;p38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38"/>
          <p:cNvGrpSpPr/>
          <p:nvPr/>
        </p:nvGrpSpPr>
        <p:grpSpPr>
          <a:xfrm>
            <a:off x="7883601" y="539492"/>
            <a:ext cx="1061979" cy="558999"/>
            <a:chOff x="3859815" y="2867310"/>
            <a:chExt cx="1262157" cy="664368"/>
          </a:xfrm>
        </p:grpSpPr>
        <p:sp>
          <p:nvSpPr>
            <p:cNvPr id="1266" name="Google Shape;1266;p38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38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68" name="Google Shape;1268;p38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69" name="Google Shape;1269;p38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70" name="Google Shape;1270;p38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8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38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73" name="Google Shape;1273;p38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38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5" name="Google Shape;1275;p38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76" name="Google Shape;1276;p38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38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78" name="Google Shape;1278;p38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8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8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38"/>
          <p:cNvGrpSpPr/>
          <p:nvPr/>
        </p:nvGrpSpPr>
        <p:grpSpPr>
          <a:xfrm>
            <a:off x="8377144" y="1093568"/>
            <a:ext cx="33124" cy="442802"/>
            <a:chOff x="10809827" y="4402455"/>
            <a:chExt cx="24764" cy="330993"/>
          </a:xfrm>
        </p:grpSpPr>
        <p:sp>
          <p:nvSpPr>
            <p:cNvPr id="1282" name="Google Shape;1282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38"/>
          <p:cNvGrpSpPr/>
          <p:nvPr/>
        </p:nvGrpSpPr>
        <p:grpSpPr>
          <a:xfrm rot="-5400000">
            <a:off x="8079918" y="1536387"/>
            <a:ext cx="18197" cy="243247"/>
            <a:chOff x="10809827" y="4402455"/>
            <a:chExt cx="24764" cy="330993"/>
          </a:xfrm>
        </p:grpSpPr>
        <p:sp>
          <p:nvSpPr>
            <p:cNvPr id="1286" name="Google Shape;1286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9" name="Google Shape;1289;p38"/>
          <p:cNvCxnSpPr>
            <a:stCxn id="1175" idx="0"/>
            <a:endCxn id="1176" idx="0"/>
          </p:cNvCxnSpPr>
          <p:nvPr/>
        </p:nvCxnSpPr>
        <p:spPr>
          <a:xfrm rot="-5400000" flipH="1">
            <a:off x="4578618" y="-3176937"/>
            <a:ext cx="600" cy="7629300"/>
          </a:xfrm>
          <a:prstGeom prst="bentConnector3">
            <a:avLst>
              <a:gd name="adj1" fmla="val -73522917"/>
            </a:avLst>
          </a:prstGeom>
          <a:noFill/>
          <a:ln w="19050" cap="flat" cmpd="sng">
            <a:solidFill>
              <a:schemeClr val="accent4"/>
            </a:solidFill>
            <a:prstDash val="dashDot"/>
            <a:round/>
            <a:headEnd type="oval" w="med" len="med"/>
            <a:tailEnd type="oval" w="med" len="med"/>
          </a:ln>
        </p:spPr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697</Words>
  <Application>Microsoft Office PowerPoint</Application>
  <PresentationFormat>On-screen Show (16:9)</PresentationFormat>
  <Paragraphs>115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Multimedia Software Pitch Deck by Slidesgo</vt:lpstr>
      <vt:lpstr>ĐỒ ÁN: XÂY DỰNG ỨNG DỤNG QUẢN LÝ SINH VIÊN - STUDENT MANAGER APPLICATION</vt:lpstr>
      <vt:lpstr>Vũ Huỳnh Đan Lê</vt:lpstr>
      <vt:lpstr>Mục Lục:</vt:lpstr>
      <vt:lpstr>Giới thiệu dự án</vt:lpstr>
      <vt:lpstr>Giới thiệu dự án</vt:lpstr>
      <vt:lpstr>Giới thiệu dự án</vt:lpstr>
      <vt:lpstr>Phân tích hệ thống</vt:lpstr>
      <vt:lpstr>Phân tích hệ thống – Use Case Diagram</vt:lpstr>
      <vt:lpstr>Phân tích hệ thống – Mô hình xử lý dữ liệu</vt:lpstr>
      <vt:lpstr>Thiết kế giao diện</vt:lpstr>
      <vt:lpstr>Thiết kế giao diện – Form1</vt:lpstr>
      <vt:lpstr>Thiết kế giao diện – FormThongKe</vt:lpstr>
      <vt:lpstr>Demo các chức năng chính</vt:lpstr>
      <vt:lpstr>Chức năng:</vt:lpstr>
      <vt:lpstr>Kết quả kiểm thử</vt:lpstr>
      <vt:lpstr>Kết quả :</vt:lpstr>
      <vt:lpstr>Kết luận &amp; bài học</vt:lpstr>
      <vt:lpstr>Kết luận :</vt:lpstr>
      <vt:lpstr>Bài học</vt:lpstr>
      <vt:lpstr>Thanks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ĐAN LÊ VŨ HUỲNH</cp:lastModifiedBy>
  <cp:revision>4</cp:revision>
  <dcterms:modified xsi:type="dcterms:W3CDTF">2025-12-09T09:46:28Z</dcterms:modified>
</cp:coreProperties>
</file>